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74" r:id="rId2"/>
    <p:sldId id="27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773B0-9C71-4C42-839B-CED3341CD232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19E2E-A086-4A91-BA90-9CB5CDABE9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09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173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819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781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621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198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433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882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57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363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824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0440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0470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759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8389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539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120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184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C8321A5-74C1-4574-A6AA-F1EDDDF12D9F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4317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3793" y="175823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Candara" panose="020E0502030303020204" pitchFamily="34" charset="0"/>
              </a:rPr>
              <a:t>Relationships</a:t>
            </a:r>
            <a:r>
              <a:rPr lang="en-US" altLang="en-US" b="1" dirty="0" smtClean="0">
                <a:latin typeface="Candara" panose="020E0502030303020204" pitchFamily="34" charset="0"/>
              </a:rPr>
              <a:t>:</a:t>
            </a:r>
            <a:endParaRPr lang="en-US" altLang="en-US" dirty="0">
              <a:latin typeface="Candara" panose="020E0502030303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9823" y="750011"/>
            <a:ext cx="14510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 smtClean="0">
                <a:latin typeface="Candara" panose="020E0502030303020204" pitchFamily="34" charset="0"/>
              </a:rPr>
              <a:t>One-to-many</a:t>
            </a:r>
          </a:p>
          <a:p>
            <a:r>
              <a:rPr lang="en-US" dirty="0" smtClean="0">
                <a:latin typeface="Candara" panose="020E0502030303020204" pitchFamily="34" charset="0"/>
              </a:rPr>
              <a:t>One to </a:t>
            </a:r>
            <a:r>
              <a:rPr lang="en-US" dirty="0" smtClean="0">
                <a:latin typeface="Candara" panose="020E0502030303020204" pitchFamily="34" charset="0"/>
              </a:rPr>
              <a:t>One</a:t>
            </a:r>
            <a:endParaRPr lang="en-US" dirty="0" smtClean="0">
              <a:latin typeface="Candara" panose="020E0502030303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488" y="1211676"/>
            <a:ext cx="6696269" cy="34258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719823" y="2654398"/>
            <a:ext cx="1451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latin typeface="Candara" panose="020E0502030303020204" pitchFamily="34" charset="0"/>
              </a:rPr>
              <a:t>One-to-many</a:t>
            </a:r>
          </a:p>
        </p:txBody>
      </p:sp>
    </p:spTree>
    <p:extLst>
      <p:ext uri="{BB962C8B-B14F-4D97-AF65-F5344CB8AC3E}">
        <p14:creationId xmlns:p14="http://schemas.microsoft.com/office/powerpoint/2010/main" val="368120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54" y="1280501"/>
            <a:ext cx="9412617" cy="38224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2"/>
          <p:cNvSpPr/>
          <p:nvPr/>
        </p:nvSpPr>
        <p:spPr>
          <a:xfrm>
            <a:off x="454352" y="373314"/>
            <a:ext cx="13195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 smtClean="0">
                <a:latin typeface="Candara" panose="020E0502030303020204" pitchFamily="34" charset="0"/>
              </a:rPr>
              <a:t>One-to-One</a:t>
            </a:r>
            <a:endParaRPr lang="en-US" altLang="en-US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020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2680</TotalTime>
  <Words>8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Candara</vt:lpstr>
      <vt:lpstr>Century Gothic</vt:lpstr>
      <vt:lpstr>Wingdings 3</vt:lpstr>
      <vt:lpstr>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SHIVRAJ SHINDE</dc:creator>
  <cp:lastModifiedBy>SHIVRAJ SHINDE</cp:lastModifiedBy>
  <cp:revision>52</cp:revision>
  <dcterms:created xsi:type="dcterms:W3CDTF">2026-05-12T10:34:27Z</dcterms:created>
  <dcterms:modified xsi:type="dcterms:W3CDTF">2026-07-28T10:04:36Z</dcterms:modified>
</cp:coreProperties>
</file>