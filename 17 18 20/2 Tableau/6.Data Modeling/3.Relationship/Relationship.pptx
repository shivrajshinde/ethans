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74" r:id="rId2"/>
    <p:sldId id="275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3793" y="17582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ndara" panose="020E0502030303020204" pitchFamily="34" charset="0"/>
              </a:rPr>
              <a:t>Relationships</a:t>
            </a:r>
            <a:r>
              <a:rPr lang="en-US" altLang="en-US" b="1" dirty="0" smtClean="0">
                <a:latin typeface="Candara" panose="020E0502030303020204" pitchFamily="34" charset="0"/>
              </a:rPr>
              <a:t>: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9823" y="750011"/>
            <a:ext cx="15824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One-to-many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One to One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488" y="1211676"/>
            <a:ext cx="6696269" cy="34258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719823" y="2654398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latin typeface="Candara" panose="020E0502030303020204" pitchFamily="34" charset="0"/>
              </a:rPr>
              <a:t>One-to-many</a:t>
            </a:r>
          </a:p>
        </p:txBody>
      </p:sp>
    </p:spTree>
    <p:extLst>
      <p:ext uri="{BB962C8B-B14F-4D97-AF65-F5344CB8AC3E}">
        <p14:creationId xmlns:p14="http://schemas.microsoft.com/office/powerpoint/2010/main" val="368120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4" y="1280501"/>
            <a:ext cx="9412617" cy="3822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454352" y="373314"/>
            <a:ext cx="13195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One-to-One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2680</TotalTime>
  <Words>11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Candara</vt:lpstr>
      <vt:lpstr>Century Gothic</vt:lpstr>
      <vt:lpstr>Wingdings 3</vt:lpstr>
      <vt:lpstr>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51</cp:revision>
  <dcterms:created xsi:type="dcterms:W3CDTF">2026-05-12T10:34:27Z</dcterms:created>
  <dcterms:modified xsi:type="dcterms:W3CDTF">2026-07-22T12:36:09Z</dcterms:modified>
</cp:coreProperties>
</file>