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74" r:id="rId2"/>
    <p:sldId id="275" r:id="rId3"/>
    <p:sldId id="277" r:id="rId4"/>
    <p:sldId id="27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7773B0-9C71-4C42-839B-CED3341CD232}" type="datetimeFigureOut">
              <a:rPr lang="en-IN" smtClean="0"/>
              <a:t>30-07-2026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19E2E-A086-4A91-BA90-9CB5CDABE961}" type="slidenum">
              <a:rPr lang="en-IN" smtClean="0"/>
              <a:t>‹#›</a:t>
            </a:fld>
            <a:endParaRPr lang="en-IN"/>
          </a:p>
        </p:txBody>
      </p:sp>
    </p:spTree>
    <p:extLst>
      <p:ext uri="{BB962C8B-B14F-4D97-AF65-F5344CB8AC3E}">
        <p14:creationId xmlns:p14="http://schemas.microsoft.com/office/powerpoint/2010/main" val="50309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741173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3353819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2855781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C8321A5-74C1-4574-A6AA-F1EDDDF12D9F}" type="datetimeFigureOut">
              <a:rPr lang="en-IN" smtClean="0"/>
              <a:t>30-07-2026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225262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C8321A5-74C1-4574-A6AA-F1EDDDF12D9F}" type="datetimeFigureOut">
              <a:rPr lang="en-IN" smtClean="0"/>
              <a:t>30-07-2026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1427198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787433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3670882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332557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C8321A5-74C1-4574-A6AA-F1EDDDF12D9F}" type="datetimeFigureOut">
              <a:rPr lang="en-IN" smtClean="0"/>
              <a:t>30-07-2026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2859363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C8321A5-74C1-4574-A6AA-F1EDDDF12D9F}" type="datetimeFigureOut">
              <a:rPr lang="en-IN" smtClean="0"/>
              <a:t>30-07-2026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460824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1833044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48C1EA-9C60-4E2D-A88B-766F2F0EDDCC}"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40470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4016759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C8321A5-74C1-4574-A6AA-F1EDDDF12D9F}" type="datetimeFigureOut">
              <a:rPr lang="en-IN" smtClean="0"/>
              <a:t>30-07-2026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21248389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C8321A5-74C1-4574-A6AA-F1EDDDF12D9F}" type="datetimeFigureOut">
              <a:rPr lang="en-IN" smtClean="0"/>
              <a:t>30-07-2026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483539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3072120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C8321A5-74C1-4574-A6AA-F1EDDDF12D9F}" type="datetimeFigureOut">
              <a:rPr lang="en-IN" smtClean="0"/>
              <a:t>30-07-2026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48C1EA-9C60-4E2D-A88B-766F2F0EDDCC}" type="slidenum">
              <a:rPr lang="en-IN" smtClean="0"/>
              <a:t>‹#›</a:t>
            </a:fld>
            <a:endParaRPr lang="en-IN"/>
          </a:p>
        </p:txBody>
      </p:sp>
    </p:spTree>
    <p:extLst>
      <p:ext uri="{BB962C8B-B14F-4D97-AF65-F5344CB8AC3E}">
        <p14:creationId xmlns:p14="http://schemas.microsoft.com/office/powerpoint/2010/main" val="4294184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C8321A5-74C1-4574-A6AA-F1EDDDF12D9F}" type="datetimeFigureOut">
              <a:rPr lang="en-IN" smtClean="0"/>
              <a:t>30-07-2026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E48C1EA-9C60-4E2D-A88B-766F2F0EDDCC}" type="slidenum">
              <a:rPr lang="en-IN" smtClean="0"/>
              <a:t>‹#›</a:t>
            </a:fld>
            <a:endParaRPr lang="en-IN"/>
          </a:p>
        </p:txBody>
      </p:sp>
    </p:spTree>
    <p:extLst>
      <p:ext uri="{BB962C8B-B14F-4D97-AF65-F5344CB8AC3E}">
        <p14:creationId xmlns:p14="http://schemas.microsoft.com/office/powerpoint/2010/main" val="30744317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3793" y="175823"/>
            <a:ext cx="6096000" cy="369332"/>
          </a:xfrm>
          <a:prstGeom prst="rect">
            <a:avLst/>
          </a:prstGeom>
        </p:spPr>
        <p:txBody>
          <a:bodyPr>
            <a:spAutoFit/>
          </a:bodyPr>
          <a:lstStyle/>
          <a:p>
            <a:pPr lvl="0" eaLnBrk="0" fontAlgn="base" hangingPunct="0">
              <a:spcBef>
                <a:spcPct val="0"/>
              </a:spcBef>
              <a:spcAft>
                <a:spcPct val="0"/>
              </a:spcAft>
              <a:buFontTx/>
              <a:buChar char="•"/>
            </a:pPr>
            <a:r>
              <a:rPr lang="en-US" altLang="en-US" b="1" dirty="0">
                <a:latin typeface="Candara" panose="020E0502030303020204" pitchFamily="34" charset="0"/>
              </a:rPr>
              <a:t>Relationships</a:t>
            </a:r>
            <a:r>
              <a:rPr lang="en-US" altLang="en-US" b="1" dirty="0" smtClean="0">
                <a:latin typeface="Candara" panose="020E0502030303020204" pitchFamily="34" charset="0"/>
              </a:rPr>
              <a:t>:</a:t>
            </a:r>
            <a:endParaRPr lang="en-US" altLang="en-US" dirty="0">
              <a:latin typeface="Candara" panose="020E0502030303020204" pitchFamily="34" charset="0"/>
            </a:endParaRPr>
          </a:p>
        </p:txBody>
      </p:sp>
      <p:sp>
        <p:nvSpPr>
          <p:cNvPr id="4" name="Rectangle 3"/>
          <p:cNvSpPr/>
          <p:nvPr/>
        </p:nvSpPr>
        <p:spPr>
          <a:xfrm>
            <a:off x="719823" y="750011"/>
            <a:ext cx="1451038" cy="646331"/>
          </a:xfrm>
          <a:prstGeom prst="rect">
            <a:avLst/>
          </a:prstGeom>
        </p:spPr>
        <p:txBody>
          <a:bodyPr wrap="none">
            <a:spAutoFit/>
          </a:bodyPr>
          <a:lstStyle/>
          <a:p>
            <a:r>
              <a:rPr lang="en-US" altLang="en-US" dirty="0" smtClean="0">
                <a:latin typeface="Candara" panose="020E0502030303020204" pitchFamily="34" charset="0"/>
              </a:rPr>
              <a:t>One-to-many</a:t>
            </a:r>
          </a:p>
          <a:p>
            <a:r>
              <a:rPr lang="en-US" dirty="0" smtClean="0">
                <a:latin typeface="Candara" panose="020E0502030303020204" pitchFamily="34" charset="0"/>
              </a:rPr>
              <a:t>One to One</a:t>
            </a:r>
          </a:p>
        </p:txBody>
      </p:sp>
      <p:pic>
        <p:nvPicPr>
          <p:cNvPr id="5" name="Picture 4"/>
          <p:cNvPicPr>
            <a:picLocks noChangeAspect="1"/>
          </p:cNvPicPr>
          <p:nvPr/>
        </p:nvPicPr>
        <p:blipFill>
          <a:blip r:embed="rId2"/>
          <a:stretch>
            <a:fillRect/>
          </a:stretch>
        </p:blipFill>
        <p:spPr>
          <a:xfrm>
            <a:off x="3745488" y="1211676"/>
            <a:ext cx="6696269" cy="34258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719823" y="2654398"/>
            <a:ext cx="1451038" cy="369332"/>
          </a:xfrm>
          <a:prstGeom prst="rect">
            <a:avLst/>
          </a:prstGeom>
        </p:spPr>
        <p:txBody>
          <a:bodyPr wrap="none">
            <a:spAutoFit/>
          </a:bodyPr>
          <a:lstStyle/>
          <a:p>
            <a:r>
              <a:rPr lang="en-US" altLang="en-US" dirty="0">
                <a:latin typeface="Candara" panose="020E0502030303020204" pitchFamily="34" charset="0"/>
              </a:rPr>
              <a:t>One-to-many</a:t>
            </a:r>
          </a:p>
        </p:txBody>
      </p:sp>
    </p:spTree>
    <p:extLst>
      <p:ext uri="{BB962C8B-B14F-4D97-AF65-F5344CB8AC3E}">
        <p14:creationId xmlns:p14="http://schemas.microsoft.com/office/powerpoint/2010/main" val="368120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28954" y="1280501"/>
            <a:ext cx="9412617" cy="38224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Rectangle 2"/>
          <p:cNvSpPr/>
          <p:nvPr/>
        </p:nvSpPr>
        <p:spPr>
          <a:xfrm>
            <a:off x="454352" y="373314"/>
            <a:ext cx="1319592" cy="369332"/>
          </a:xfrm>
          <a:prstGeom prst="rect">
            <a:avLst/>
          </a:prstGeom>
        </p:spPr>
        <p:txBody>
          <a:bodyPr wrap="none">
            <a:spAutoFit/>
          </a:bodyPr>
          <a:lstStyle/>
          <a:p>
            <a:r>
              <a:rPr lang="en-US" altLang="en-US" dirty="0" smtClean="0">
                <a:latin typeface="Candara" panose="020E0502030303020204" pitchFamily="34" charset="0"/>
              </a:rPr>
              <a:t>One-to-One</a:t>
            </a:r>
            <a:endParaRPr lang="en-US" altLang="en-US" dirty="0">
              <a:latin typeface="Candara" panose="020E0502030303020204" pitchFamily="34" charset="0"/>
            </a:endParaRPr>
          </a:p>
        </p:txBody>
      </p:sp>
    </p:spTree>
    <p:extLst>
      <p:ext uri="{BB962C8B-B14F-4D97-AF65-F5344CB8AC3E}">
        <p14:creationId xmlns:p14="http://schemas.microsoft.com/office/powerpoint/2010/main" val="132702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7"/>
            <a:ext cx="9404723" cy="4287233"/>
          </a:xfrm>
        </p:spPr>
        <p:txBody>
          <a:bodyPr/>
          <a:lstStyle/>
          <a:p>
            <a:r>
              <a:rPr lang="en-US" sz="2000" b="1" dirty="0" smtClean="0"/>
              <a:t>Joins VS Relationships</a:t>
            </a:r>
            <a:r>
              <a:rPr lang="en-US" sz="2000" dirty="0" smtClean="0"/>
              <a:t> </a:t>
            </a:r>
            <a:br>
              <a:rPr lang="en-US" sz="2000" dirty="0" smtClean="0"/>
            </a:br>
            <a:r>
              <a:rPr lang="en-US" sz="2000" dirty="0" smtClean="0"/>
              <a:t/>
            </a:r>
            <a:br>
              <a:rPr lang="en-US" sz="2000" dirty="0" smtClean="0"/>
            </a:br>
            <a:r>
              <a:rPr lang="en-US" sz="2000" b="1" dirty="0" err="1" smtClean="0"/>
              <a:t>Relationships</a:t>
            </a:r>
            <a:r>
              <a:rPr lang="en-US" sz="2000" dirty="0" smtClean="0"/>
              <a:t> are </a:t>
            </a:r>
            <a:r>
              <a:rPr lang="en-US" sz="2000" dirty="0"/>
              <a:t>logical links between tables where Tableau combines data dynamically </a:t>
            </a:r>
            <a:r>
              <a:rPr lang="en-US" sz="2400" b="1" dirty="0">
                <a:solidFill>
                  <a:srgbClr val="00B050"/>
                </a:solidFill>
              </a:rPr>
              <a:t>at query time, preserving each table's level of detail </a:t>
            </a:r>
            <a:r>
              <a:rPr lang="en-US" sz="2000" dirty="0"/>
              <a:t>and reducing duplication. </a:t>
            </a:r>
            <a:r>
              <a:rPr lang="en-US" sz="2000" dirty="0" smtClean="0"/>
              <a:t/>
            </a:r>
            <a:br>
              <a:rPr lang="en-US" sz="2000" dirty="0" smtClean="0"/>
            </a:br>
            <a:r>
              <a:rPr lang="en-US" sz="2000" dirty="0"/>
              <a:t/>
            </a:r>
            <a:br>
              <a:rPr lang="en-US" sz="2000" dirty="0"/>
            </a:br>
            <a:r>
              <a:rPr lang="en-US" sz="2000" b="1" dirty="0" smtClean="0"/>
              <a:t>Joins</a:t>
            </a:r>
            <a:r>
              <a:rPr lang="en-US" sz="2000" dirty="0" smtClean="0"/>
              <a:t> </a:t>
            </a:r>
            <a:r>
              <a:rPr lang="en-US" sz="2400" b="1" dirty="0">
                <a:solidFill>
                  <a:srgbClr val="00B050"/>
                </a:solidFill>
              </a:rPr>
              <a:t>physically merge tables</a:t>
            </a:r>
            <a:r>
              <a:rPr lang="en-US" sz="2000" dirty="0"/>
              <a:t> into one table before analysis, </a:t>
            </a:r>
            <a:r>
              <a:rPr lang="en-US" sz="2000" dirty="0" smtClean="0"/>
              <a:t/>
            </a:r>
            <a:br>
              <a:rPr lang="en-US" sz="2000" dirty="0" smtClean="0"/>
            </a:br>
            <a:r>
              <a:rPr lang="en-US" sz="2000" dirty="0" smtClean="0"/>
              <a:t/>
            </a:r>
            <a:br>
              <a:rPr lang="en-US" sz="2000" dirty="0" smtClean="0"/>
            </a:br>
            <a:r>
              <a:rPr lang="en-US" sz="2000" dirty="0"/>
              <a:t/>
            </a:r>
            <a:br>
              <a:rPr lang="en-US" sz="2000" dirty="0"/>
            </a:br>
            <a:r>
              <a:rPr lang="en-US" sz="2000" dirty="0" smtClean="0"/>
              <a:t>Tableau </a:t>
            </a:r>
            <a:r>
              <a:rPr lang="en-US" sz="2000" dirty="0"/>
              <a:t>generally recommends using </a:t>
            </a:r>
            <a:r>
              <a:rPr lang="en-US" sz="2000" b="1" dirty="0"/>
              <a:t>relationships</a:t>
            </a:r>
            <a:r>
              <a:rPr lang="en-US" sz="2000" dirty="0"/>
              <a:t> unless a specific use case requires a join.</a:t>
            </a:r>
            <a:endParaRPr lang="en-IN" sz="2000" dirty="0"/>
          </a:p>
        </p:txBody>
      </p:sp>
    </p:spTree>
    <p:extLst>
      <p:ext uri="{BB962C8B-B14F-4D97-AF65-F5344CB8AC3E}">
        <p14:creationId xmlns:p14="http://schemas.microsoft.com/office/powerpoint/2010/main" val="382887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96685" y="552167"/>
            <a:ext cx="9492344" cy="1015663"/>
          </a:xfrm>
          <a:prstGeom prst="rect">
            <a:avLst/>
          </a:prstGeom>
        </p:spPr>
        <p:txBody>
          <a:bodyPr wrap="square">
            <a:spAutoFit/>
          </a:bodyPr>
          <a:lstStyle/>
          <a:p>
            <a:r>
              <a:rPr lang="en-US" dirty="0"/>
              <a:t>Data blending in Tableau is the process of combining data from multiple data sources by matching a </a:t>
            </a:r>
            <a:r>
              <a:rPr lang="en-US" sz="2400" b="1" dirty="0"/>
              <a:t>common field,</a:t>
            </a:r>
            <a:r>
              <a:rPr lang="en-US" dirty="0"/>
              <a:t> so you can analyze them together in a single visualization.</a:t>
            </a:r>
            <a:endParaRPr lang="en-IN" dirty="0"/>
          </a:p>
        </p:txBody>
      </p:sp>
      <p:pic>
        <p:nvPicPr>
          <p:cNvPr id="1026" name="Picture 2" descr="Premier Insta Nutri Blender 400W with 2 Jar - NB76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9771" y="2223438"/>
            <a:ext cx="4032834" cy="4032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7015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2851</TotalTime>
  <Words>42</Words>
  <Application>Microsoft Office PowerPoint</Application>
  <PresentationFormat>Widescreen</PresentationFormat>
  <Paragraphs>7</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Candara</vt:lpstr>
      <vt:lpstr>Century Gothic</vt:lpstr>
      <vt:lpstr>Wingdings 3</vt:lpstr>
      <vt:lpstr>Ion</vt:lpstr>
      <vt:lpstr>PowerPoint Presentation</vt:lpstr>
      <vt:lpstr>PowerPoint Presentation</vt:lpstr>
      <vt:lpstr>Joins VS Relationships   Relationships are logical links between tables where Tableau combines data dynamically at query time, preserving each table's level of detail and reducing duplication.   Joins physically merge tables into one table before analysis,    Tableau generally recommends using relationships unless a specific use case requires a join.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SHIVRAJ SHINDE</dc:creator>
  <cp:lastModifiedBy>SHIVRAJ SHINDE</cp:lastModifiedBy>
  <cp:revision>56</cp:revision>
  <dcterms:created xsi:type="dcterms:W3CDTF">2026-05-12T10:34:27Z</dcterms:created>
  <dcterms:modified xsi:type="dcterms:W3CDTF">2026-07-30T07:33:32Z</dcterms:modified>
</cp:coreProperties>
</file>