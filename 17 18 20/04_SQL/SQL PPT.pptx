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68" r:id="rId2"/>
    <p:sldId id="270" r:id="rId3"/>
    <p:sldId id="269" r:id="rId4"/>
    <p:sldId id="271" r:id="rId5"/>
    <p:sldId id="277" r:id="rId6"/>
    <p:sldId id="278" r:id="rId7"/>
    <p:sldId id="276" r:id="rId8"/>
    <p:sldId id="274" r:id="rId9"/>
    <p:sldId id="273" r:id="rId10"/>
    <p:sldId id="281" r:id="rId11"/>
    <p:sldId id="256" r:id="rId12"/>
    <p:sldId id="282"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11" autoAdjust="0"/>
    <p:restoredTop sz="94660"/>
  </p:normalViewPr>
  <p:slideViewPr>
    <p:cSldViewPr snapToGrid="0">
      <p:cViewPr varScale="1">
        <p:scale>
          <a:sx n="77" d="100"/>
          <a:sy n="77" d="100"/>
        </p:scale>
        <p:origin x="67"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C04BB70B-1772-4DDC-A590-2BBF80C52987}">
      <dgm:prSet phldrT="[Text]" custT="1"/>
      <dgm:spPr>
        <a:solidFill>
          <a:schemeClr val="bg1">
            <a:alpha val="17000"/>
          </a:schemeClr>
        </a:solidFill>
      </dgm:spPr>
      <dgm:t>
        <a:bodyPr/>
        <a:lstStyle/>
        <a:p>
          <a:r>
            <a:rPr lang="en-US" sz="1400" dirty="0" smtClean="0">
              <a:latin typeface="Courier New" panose="02070309020205020404" pitchFamily="49" charset="0"/>
              <a:cs typeface="Courier New" panose="02070309020205020404" pitchFamily="49" charset="0"/>
            </a:rPr>
            <a:t>String</a:t>
          </a:r>
          <a:endParaRPr lang="en-US" sz="1400" dirty="0">
            <a:latin typeface="Courier New" panose="02070309020205020404" pitchFamily="49" charset="0"/>
            <a:cs typeface="Courier New" panose="02070309020205020404" pitchFamily="49" charset="0"/>
          </a:endParaRPr>
        </a:p>
      </dgm:t>
    </dgm:pt>
    <dgm:pt modelId="{58911E21-440C-47D6-9798-0462C6E71073}" type="parTrans" cxnId="{4749900E-8583-48DB-87D6-9C515B956CD4}">
      <dgm:prSet/>
      <dgm:spPr/>
      <dgm:t>
        <a:bodyPr/>
        <a:lstStyle/>
        <a:p>
          <a:endParaRPr lang="en-US" sz="1400"/>
        </a:p>
      </dgm:t>
    </dgm:pt>
    <dgm:pt modelId="{9CC386D0-A1EB-4BA1-AD19-4DD526FC8823}" type="sibTrans" cxnId="{4749900E-8583-48DB-87D6-9C515B956CD4}">
      <dgm:prSet/>
      <dgm:spPr/>
      <dgm:t>
        <a:bodyPr/>
        <a:lstStyle/>
        <a:p>
          <a:endParaRPr lang="en-US" sz="1400"/>
        </a:p>
      </dgm:t>
    </dgm:pt>
    <dgm:pt modelId="{1FFA48A3-7E9C-4832-AFFB-672FC14C3040}">
      <dgm:prSet phldrT="[Text]" custT="1"/>
      <dgm:spPr>
        <a:solidFill>
          <a:schemeClr val="accent1">
            <a:lumMod val="75000"/>
            <a:alpha val="39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Char </a:t>
          </a:r>
        </a:p>
        <a:p>
          <a:pPr algn="l"/>
          <a:r>
            <a:rPr lang="en-US" sz="1400" dirty="0" smtClean="0">
              <a:solidFill>
                <a:schemeClr val="tx1"/>
              </a:solidFill>
              <a:latin typeface="Courier New" panose="02070309020205020404" pitchFamily="49" charset="0"/>
              <a:cs typeface="Courier New" panose="02070309020205020404" pitchFamily="49" charset="0"/>
            </a:rPr>
            <a:t>char(50) string(0-255)</a:t>
          </a:r>
          <a:endParaRPr lang="en-US" sz="1400" dirty="0">
            <a:solidFill>
              <a:schemeClr val="tx1"/>
            </a:solidFill>
            <a:latin typeface="Courier New" panose="02070309020205020404" pitchFamily="49" charset="0"/>
            <a:cs typeface="Courier New" panose="02070309020205020404" pitchFamily="49" charset="0"/>
          </a:endParaRPr>
        </a:p>
      </dgm:t>
    </dgm:pt>
    <dgm:pt modelId="{0012ADA6-1838-4363-A710-456259DE7776}" type="parTrans" cxnId="{702EF390-E2BB-4FF9-A67D-C2F408024BC2}">
      <dgm:prSet/>
      <dgm:spPr/>
      <dgm:t>
        <a:bodyPr/>
        <a:lstStyle/>
        <a:p>
          <a:endParaRPr lang="en-US" sz="1400">
            <a:latin typeface="Courier New" panose="02070309020205020404" pitchFamily="49" charset="0"/>
            <a:cs typeface="Courier New" panose="02070309020205020404" pitchFamily="49" charset="0"/>
          </a:endParaRPr>
        </a:p>
      </dgm:t>
    </dgm:pt>
    <dgm:pt modelId="{B580217A-49C6-4358-83E9-7C1DD7A54569}" type="sibTrans" cxnId="{702EF390-E2BB-4FF9-A67D-C2F408024BC2}">
      <dgm:prSet/>
      <dgm:spPr/>
      <dgm:t>
        <a:bodyPr/>
        <a:lstStyle/>
        <a:p>
          <a:endParaRPr lang="en-US" sz="1400"/>
        </a:p>
      </dgm:t>
    </dgm:pt>
    <dgm:pt modelId="{7B650CEA-82FB-4B0E-91AF-C929F73859C7}">
      <dgm:prSet phldrT="[Text]" custT="1"/>
      <dgm:spPr>
        <a:solidFill>
          <a:schemeClr val="accent1">
            <a:lumMod val="75000"/>
            <a:alpha val="39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Varchar varchar(50) string(0-255)</a:t>
          </a:r>
          <a:endParaRPr lang="en-US" sz="1400" dirty="0">
            <a:solidFill>
              <a:schemeClr val="tx1"/>
            </a:solidFill>
            <a:latin typeface="Courier New" panose="02070309020205020404" pitchFamily="49" charset="0"/>
            <a:cs typeface="Courier New" panose="02070309020205020404" pitchFamily="49" charset="0"/>
          </a:endParaRPr>
        </a:p>
      </dgm:t>
    </dgm:pt>
    <dgm:pt modelId="{AB6F946F-D410-4DD8-8BF0-981453563723}" type="parTrans" cxnId="{9B585F08-5C37-4E01-B672-8351088D9AB3}">
      <dgm:prSet/>
      <dgm:spPr/>
      <dgm:t>
        <a:bodyPr/>
        <a:lstStyle/>
        <a:p>
          <a:endParaRPr lang="en-US" sz="1400">
            <a:latin typeface="Courier New" panose="02070309020205020404" pitchFamily="49" charset="0"/>
            <a:cs typeface="Courier New" panose="02070309020205020404" pitchFamily="49" charset="0"/>
          </a:endParaRPr>
        </a:p>
      </dgm:t>
    </dgm:pt>
    <dgm:pt modelId="{EC622B39-8520-4E97-9C5D-0DCF540598B5}" type="sibTrans" cxnId="{9B585F08-5C37-4E01-B672-8351088D9AB3}">
      <dgm:prSet/>
      <dgm:spPr/>
      <dgm:t>
        <a:bodyPr/>
        <a:lstStyle/>
        <a:p>
          <a:endParaRPr lang="en-US" sz="1400"/>
        </a:p>
      </dgm:t>
    </dgm:pt>
    <dgm:pt modelId="{259670A7-A43D-4CCA-A8CE-99B9A39414B4}">
      <dgm:prSet phldrT="[Text]" custT="1"/>
      <dgm:spPr>
        <a:solidFill>
          <a:schemeClr val="accent1">
            <a:lumMod val="75000"/>
            <a:alpha val="39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BLOB </a:t>
          </a:r>
        </a:p>
        <a:p>
          <a:pPr algn="l"/>
          <a:r>
            <a:rPr lang="en-US" sz="1400" dirty="0" smtClean="0">
              <a:solidFill>
                <a:schemeClr val="tx1"/>
              </a:solidFill>
              <a:latin typeface="Courier New" panose="02070309020205020404" pitchFamily="49" charset="0"/>
              <a:cs typeface="Courier New" panose="02070309020205020404" pitchFamily="49" charset="0"/>
            </a:rPr>
            <a:t>BLOB(1000) string(0-65535)</a:t>
          </a:r>
          <a:endParaRPr lang="en-US" sz="1400" dirty="0">
            <a:solidFill>
              <a:schemeClr val="tx1"/>
            </a:solidFill>
            <a:latin typeface="Courier New" panose="02070309020205020404" pitchFamily="49" charset="0"/>
            <a:cs typeface="Courier New" panose="02070309020205020404" pitchFamily="49" charset="0"/>
          </a:endParaRPr>
        </a:p>
      </dgm:t>
    </dgm:pt>
    <dgm:pt modelId="{C7F76130-7610-4D08-821D-CD6AF0DB671E}" type="parTrans" cxnId="{17F0F6BC-A94D-403E-9994-5BD02C69B836}">
      <dgm:prSet/>
      <dgm:spPr/>
      <dgm:t>
        <a:bodyPr/>
        <a:lstStyle/>
        <a:p>
          <a:endParaRPr lang="en-US" sz="1400">
            <a:latin typeface="Courier New" panose="02070309020205020404" pitchFamily="49" charset="0"/>
            <a:cs typeface="Courier New" panose="02070309020205020404" pitchFamily="49" charset="0"/>
          </a:endParaRPr>
        </a:p>
      </dgm:t>
    </dgm:pt>
    <dgm:pt modelId="{D018DA78-C766-4C49-A1A7-CB3C3554F41C}" type="sibTrans" cxnId="{17F0F6BC-A94D-403E-9994-5BD02C69B836}">
      <dgm:prSet/>
      <dgm:spPr/>
      <dgm:t>
        <a:bodyPr/>
        <a:lstStyle/>
        <a:p>
          <a:endParaRPr lang="en-US" sz="1400"/>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NeighborY="-833"/>
      <dgm:spPr/>
      <dgm:t>
        <a:bodyPr/>
        <a:lstStyle/>
        <a:p>
          <a:endParaRPr lang="en-US"/>
        </a:p>
      </dgm:t>
    </dgm:pt>
    <dgm:pt modelId="{74696AAF-CB83-403C-820A-B41EDD34D469}" type="pres">
      <dgm:prSet presAssocID="{ACA8DB9F-DAE1-4076-9701-E365723ACB51}" presName="outerBoxChildren" presStyleCnt="0"/>
      <dgm:spPr/>
    </dgm:pt>
    <dgm:pt modelId="{013182B1-9C81-4298-AEC6-B3740D48A41B}" type="pres">
      <dgm:prSet presAssocID="{1FFA48A3-7E9C-4832-AFFB-672FC14C3040}" presName="oChild" presStyleLbl="fgAcc1" presStyleIdx="0" presStyleCnt="3">
        <dgm:presLayoutVars>
          <dgm:bulletEnabled val="1"/>
        </dgm:presLayoutVars>
      </dgm:prSet>
      <dgm:spPr/>
      <dgm:t>
        <a:bodyPr/>
        <a:lstStyle/>
        <a:p>
          <a:endParaRPr lang="en-US"/>
        </a:p>
      </dgm:t>
    </dgm:pt>
    <dgm:pt modelId="{390C40B1-8704-4298-B36B-DA8AF57456AA}" type="pres">
      <dgm:prSet presAssocID="{B580217A-49C6-4358-83E9-7C1DD7A54569}" presName="outerSibTrans" presStyleCnt="0"/>
      <dgm:spPr/>
    </dgm:pt>
    <dgm:pt modelId="{9594F899-2E17-4122-81EC-9FC1A26450BF}" type="pres">
      <dgm:prSet presAssocID="{7B650CEA-82FB-4B0E-91AF-C929F73859C7}" presName="oChild" presStyleLbl="fgAcc1" presStyleIdx="1" presStyleCnt="3">
        <dgm:presLayoutVars>
          <dgm:bulletEnabled val="1"/>
        </dgm:presLayoutVars>
      </dgm:prSet>
      <dgm:spPr/>
      <dgm:t>
        <a:bodyPr/>
        <a:lstStyle/>
        <a:p>
          <a:endParaRPr lang="en-US"/>
        </a:p>
      </dgm:t>
    </dgm:pt>
    <dgm:pt modelId="{45EA562E-BAA5-463A-87C1-C05A271185CC}" type="pres">
      <dgm:prSet presAssocID="{EC622B39-8520-4E97-9C5D-0DCF540598B5}" presName="outerSibTrans" presStyleCnt="0"/>
      <dgm:spPr/>
    </dgm:pt>
    <dgm:pt modelId="{35C99A7C-85AC-4868-AAE9-EDF5C0452DA6}" type="pres">
      <dgm:prSet presAssocID="{259670A7-A43D-4CCA-A8CE-99B9A39414B4}" presName="oChild" presStyleLbl="fgAcc1" presStyleIdx="2" presStyleCnt="3">
        <dgm:presLayoutVars>
          <dgm:bulletEnabled val="1"/>
        </dgm:presLayoutVars>
      </dgm:prSet>
      <dgm:spPr/>
      <dgm:t>
        <a:bodyPr/>
        <a:lstStyle/>
        <a:p>
          <a:endParaRPr lang="en-US"/>
        </a:p>
      </dgm:t>
    </dgm:pt>
  </dgm:ptLst>
  <dgm:cxnLst>
    <dgm:cxn modelId="{9B585F08-5C37-4E01-B672-8351088D9AB3}" srcId="{C04BB70B-1772-4DDC-A590-2BBF80C52987}" destId="{7B650CEA-82FB-4B0E-91AF-C929F73859C7}" srcOrd="1" destOrd="0" parTransId="{AB6F946F-D410-4DD8-8BF0-981453563723}" sibTransId="{EC622B39-8520-4E97-9C5D-0DCF540598B5}"/>
    <dgm:cxn modelId="{391FBB6E-A4B9-4928-AAE2-47774F2DE7B0}" type="presOf" srcId="{1FFA48A3-7E9C-4832-AFFB-672FC14C3040}" destId="{013182B1-9C81-4298-AEC6-B3740D48A41B}" srcOrd="0" destOrd="0" presId="urn:microsoft.com/office/officeart/2005/8/layout/target2"/>
    <dgm:cxn modelId="{C9B47F77-1A0F-4DAC-BD85-60E38FC52545}" type="presOf" srcId="{C04BB70B-1772-4DDC-A590-2BBF80C52987}" destId="{F3D2A11A-2C6E-41C6-924A-6CA0C2C42EA2}" srcOrd="0" destOrd="0" presId="urn:microsoft.com/office/officeart/2005/8/layout/target2"/>
    <dgm:cxn modelId="{4749900E-8583-48DB-87D6-9C515B956CD4}" srcId="{ACA8DB9F-DAE1-4076-9701-E365723ACB51}" destId="{C04BB70B-1772-4DDC-A590-2BBF80C52987}" srcOrd="0" destOrd="0" parTransId="{58911E21-440C-47D6-9798-0462C6E71073}" sibTransId="{9CC386D0-A1EB-4BA1-AD19-4DD526FC8823}"/>
    <dgm:cxn modelId="{DAF0F0CD-DC49-410C-9521-1FA035203D0F}" type="presOf" srcId="{7B650CEA-82FB-4B0E-91AF-C929F73859C7}" destId="{9594F899-2E17-4122-81EC-9FC1A26450BF}" srcOrd="0" destOrd="0" presId="urn:microsoft.com/office/officeart/2005/8/layout/target2"/>
    <dgm:cxn modelId="{702EF390-E2BB-4FF9-A67D-C2F408024BC2}" srcId="{C04BB70B-1772-4DDC-A590-2BBF80C52987}" destId="{1FFA48A3-7E9C-4832-AFFB-672FC14C3040}" srcOrd="0" destOrd="0" parTransId="{0012ADA6-1838-4363-A710-456259DE7776}" sibTransId="{B580217A-49C6-4358-83E9-7C1DD7A54569}"/>
    <dgm:cxn modelId="{3F6F8033-21EF-40C1-91E8-9459F1FE02FF}" type="presOf" srcId="{259670A7-A43D-4CCA-A8CE-99B9A39414B4}" destId="{35C99A7C-85AC-4868-AAE9-EDF5C0452DA6}" srcOrd="0" destOrd="0" presId="urn:microsoft.com/office/officeart/2005/8/layout/target2"/>
    <dgm:cxn modelId="{37B71C94-72B9-451B-BF6A-E7C7B421EA49}" type="presOf" srcId="{ACA8DB9F-DAE1-4076-9701-E365723ACB51}" destId="{21B434D6-E084-4911-803C-A078F4902604}" srcOrd="0" destOrd="0" presId="urn:microsoft.com/office/officeart/2005/8/layout/target2"/>
    <dgm:cxn modelId="{17F0F6BC-A94D-403E-9994-5BD02C69B836}" srcId="{C04BB70B-1772-4DDC-A590-2BBF80C52987}" destId="{259670A7-A43D-4CCA-A8CE-99B9A39414B4}" srcOrd="2" destOrd="0" parTransId="{C7F76130-7610-4D08-821D-CD6AF0DB671E}" sibTransId="{D018DA78-C766-4C49-A1A7-CB3C3554F41C}"/>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EEC0A3D3-5818-4C4E-8E35-3AE4E2009F78}" type="presParOf" srcId="{74696AAF-CB83-403C-820A-B41EDD34D469}" destId="{013182B1-9C81-4298-AEC6-B3740D48A41B}" srcOrd="0" destOrd="0" presId="urn:microsoft.com/office/officeart/2005/8/layout/target2"/>
    <dgm:cxn modelId="{74A5438F-B85C-45C6-B26E-62C313EC9787}" type="presParOf" srcId="{74696AAF-CB83-403C-820A-B41EDD34D469}" destId="{390C40B1-8704-4298-B36B-DA8AF57456AA}" srcOrd="1" destOrd="0" presId="urn:microsoft.com/office/officeart/2005/8/layout/target2"/>
    <dgm:cxn modelId="{492E22E4-AC84-406F-90D2-DBEE27BB3262}" type="presParOf" srcId="{74696AAF-CB83-403C-820A-B41EDD34D469}" destId="{9594F899-2E17-4122-81EC-9FC1A26450BF}" srcOrd="2" destOrd="0" presId="urn:microsoft.com/office/officeart/2005/8/layout/target2"/>
    <dgm:cxn modelId="{0330D9B7-8C7A-4224-A12D-30B0209725A1}" type="presParOf" srcId="{74696AAF-CB83-403C-820A-B41EDD34D469}" destId="{45EA562E-BAA5-463A-87C1-C05A271185CC}" srcOrd="3" destOrd="0" presId="urn:microsoft.com/office/officeart/2005/8/layout/target2"/>
    <dgm:cxn modelId="{06B4F65A-2600-48D3-823F-0E5BE3BC9D44}" type="presParOf" srcId="{74696AAF-CB83-403C-820A-B41EDD34D469}" destId="{35C99A7C-85AC-4868-AAE9-EDF5C0452DA6}" srcOrd="4"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C04BB70B-1772-4DDC-A590-2BBF80C52987}">
      <dgm:prSet phldrT="[Text]" custT="1"/>
      <dgm:spPr>
        <a:solidFill>
          <a:schemeClr val="bg1">
            <a:alpha val="26000"/>
          </a:schemeClr>
        </a:solidFill>
      </dgm:spPr>
      <dgm:t>
        <a:bodyPr anchor="t" anchorCtr="0"/>
        <a:lstStyle/>
        <a:p>
          <a:r>
            <a:rPr lang="en-US" sz="1400" dirty="0" smtClean="0">
              <a:solidFill>
                <a:schemeClr val="tx1"/>
              </a:solidFill>
              <a:latin typeface="Courier New" panose="02070309020205020404" pitchFamily="49" charset="0"/>
              <a:cs typeface="Courier New" panose="02070309020205020404" pitchFamily="49" charset="0"/>
            </a:rPr>
            <a:t>Integer</a:t>
          </a:r>
          <a:endParaRPr lang="en-US" sz="1400" dirty="0">
            <a:solidFill>
              <a:schemeClr val="tx1"/>
            </a:solidFill>
            <a:latin typeface="Courier New" panose="02070309020205020404" pitchFamily="49" charset="0"/>
            <a:cs typeface="Courier New" panose="02070309020205020404" pitchFamily="49" charset="0"/>
          </a:endParaRPr>
        </a:p>
      </dgm:t>
    </dgm:pt>
    <dgm:pt modelId="{58911E21-440C-47D6-9798-0462C6E71073}" type="parTrans" cxnId="{4749900E-8583-48DB-87D6-9C515B956CD4}">
      <dgm:prSet/>
      <dgm:spPr/>
      <dgm:t>
        <a:bodyPr/>
        <a:lstStyle/>
        <a:p>
          <a:endParaRPr lang="en-US" sz="1400"/>
        </a:p>
      </dgm:t>
    </dgm:pt>
    <dgm:pt modelId="{9CC386D0-A1EB-4BA1-AD19-4DD526FC8823}" type="sibTrans" cxnId="{4749900E-8583-48DB-87D6-9C515B956CD4}">
      <dgm:prSet/>
      <dgm:spPr/>
      <dgm:t>
        <a:bodyPr/>
        <a:lstStyle/>
        <a:p>
          <a:endParaRPr lang="en-US" sz="1400"/>
        </a:p>
      </dgm:t>
    </dgm:pt>
    <dgm:pt modelId="{3EEBDF7F-E702-4341-B3C6-9B182D378F45}">
      <dgm:prSet phldrT="[Text]" custT="1"/>
      <dgm:spPr>
        <a:solidFill>
          <a:schemeClr val="accent1">
            <a:lumMod val="75000"/>
            <a:alpha val="43000"/>
          </a:schemeClr>
        </a:solidFill>
      </dgm:spPr>
      <dgm:t>
        <a:bodyPr anchor="t" anchorCtr="0"/>
        <a:lstStyle/>
        <a:p>
          <a:pPr algn="l"/>
          <a:r>
            <a:rPr lang="en-US" sz="1400" dirty="0" smtClean="0">
              <a:solidFill>
                <a:schemeClr val="tx1"/>
              </a:solidFill>
              <a:latin typeface="Courier New" panose="02070309020205020404" pitchFamily="49" charset="0"/>
              <a:cs typeface="Courier New" panose="02070309020205020404" pitchFamily="49" charset="0"/>
            </a:rPr>
            <a:t>INT </a:t>
          </a:r>
        </a:p>
        <a:p>
          <a:pPr algn="l"/>
          <a:r>
            <a:rPr lang="en-US" sz="1400" dirty="0" smtClean="0">
              <a:solidFill>
                <a:schemeClr val="tx1"/>
              </a:solidFill>
              <a:latin typeface="Courier New" panose="02070309020205020404" pitchFamily="49" charset="0"/>
              <a:cs typeface="Courier New" panose="02070309020205020404" pitchFamily="49" charset="0"/>
            </a:rPr>
            <a:t>-2,147,483,648 to 2,147,483,647 </a:t>
          </a:r>
          <a:endParaRPr lang="en-US" sz="1400" dirty="0">
            <a:solidFill>
              <a:schemeClr val="tx1"/>
            </a:solidFill>
            <a:latin typeface="Courier New" panose="02070309020205020404" pitchFamily="49" charset="0"/>
            <a:cs typeface="Courier New" panose="02070309020205020404" pitchFamily="49" charset="0"/>
          </a:endParaRPr>
        </a:p>
      </dgm:t>
    </dgm:pt>
    <dgm:pt modelId="{21D52315-C21F-4C7C-8FAD-66E55EFDE1C1}" type="parTrans" cxnId="{B67CB5AB-3C8B-4026-A4D8-7BD8563AE3AE}">
      <dgm:prSet/>
      <dgm:spPr/>
      <dgm:t>
        <a:bodyPr/>
        <a:lstStyle/>
        <a:p>
          <a:endParaRPr lang="en-US"/>
        </a:p>
      </dgm:t>
    </dgm:pt>
    <dgm:pt modelId="{D4AC2AFA-F835-45E2-BFE1-4BE564E1A62D}" type="sibTrans" cxnId="{B67CB5AB-3C8B-4026-A4D8-7BD8563AE3AE}">
      <dgm:prSet/>
      <dgm:spPr/>
      <dgm:t>
        <a:bodyPr/>
        <a:lstStyle/>
        <a:p>
          <a:endParaRPr lang="en-US"/>
        </a:p>
      </dgm:t>
    </dgm:pt>
    <dgm:pt modelId="{6449C75F-BA05-4E43-902D-24FA807D01A2}">
      <dgm:prSet phldrT="[Text]" custT="1"/>
      <dgm:spPr>
        <a:solidFill>
          <a:schemeClr val="accent1">
            <a:lumMod val="75000"/>
            <a:alpha val="43000"/>
          </a:schemeClr>
        </a:solidFill>
      </dgm:spPr>
      <dgm:t>
        <a:bodyPr anchor="t" anchorCtr="0"/>
        <a:lstStyle/>
        <a:p>
          <a:pPr algn="l"/>
          <a:r>
            <a:rPr lang="en-US" sz="1400" dirty="0" smtClean="0">
              <a:solidFill>
                <a:schemeClr val="tx1"/>
              </a:solidFill>
              <a:latin typeface="Courier New" panose="02070309020205020404" pitchFamily="49" charset="0"/>
              <a:cs typeface="Courier New" panose="02070309020205020404" pitchFamily="49" charset="0"/>
            </a:rPr>
            <a:t>TINYINT </a:t>
          </a:r>
        </a:p>
        <a:p>
          <a:pPr algn="l"/>
          <a:r>
            <a:rPr lang="en-US" sz="1400" dirty="0" smtClean="0">
              <a:solidFill>
                <a:schemeClr val="tx1"/>
              </a:solidFill>
              <a:latin typeface="Courier New" panose="02070309020205020404" pitchFamily="49" charset="0"/>
              <a:cs typeface="Courier New" panose="02070309020205020404" pitchFamily="49" charset="0"/>
            </a:rPr>
            <a:t>-128 to 127</a:t>
          </a:r>
          <a:endParaRPr lang="en-US" sz="1400" dirty="0">
            <a:solidFill>
              <a:schemeClr val="tx1"/>
            </a:solidFill>
            <a:latin typeface="Courier New" panose="02070309020205020404" pitchFamily="49" charset="0"/>
            <a:cs typeface="Courier New" panose="02070309020205020404" pitchFamily="49" charset="0"/>
          </a:endParaRPr>
        </a:p>
      </dgm:t>
    </dgm:pt>
    <dgm:pt modelId="{C510A715-0FAD-41F8-AEF1-969C545AE68F}" type="parTrans" cxnId="{DB34CF4F-86D6-41A7-A730-537AB1239D0C}">
      <dgm:prSet/>
      <dgm:spPr/>
      <dgm:t>
        <a:bodyPr/>
        <a:lstStyle/>
        <a:p>
          <a:endParaRPr lang="en-US"/>
        </a:p>
      </dgm:t>
    </dgm:pt>
    <dgm:pt modelId="{4A353F2C-A2B9-4C9B-AB53-B25A53EC7BD9}" type="sibTrans" cxnId="{DB34CF4F-86D6-41A7-A730-537AB1239D0C}">
      <dgm:prSet/>
      <dgm:spPr/>
      <dgm:t>
        <a:bodyPr/>
        <a:lstStyle/>
        <a:p>
          <a:endParaRPr lang="en-US"/>
        </a:p>
      </dgm:t>
    </dgm:pt>
    <dgm:pt modelId="{5B270AC6-DA8B-49D7-9968-9DC8DCE08C52}">
      <dgm:prSet phldrT="[Text]" custT="1"/>
      <dgm:spPr>
        <a:solidFill>
          <a:schemeClr val="accent1">
            <a:lumMod val="75000"/>
            <a:alpha val="43000"/>
          </a:schemeClr>
        </a:solidFill>
      </dgm:spPr>
      <dgm:t>
        <a:bodyPr anchor="t" anchorCtr="0"/>
        <a:lstStyle/>
        <a:p>
          <a:pPr algn="l"/>
          <a:r>
            <a:rPr lang="en-US" sz="1400" dirty="0" smtClean="0">
              <a:solidFill>
                <a:schemeClr val="tx1"/>
              </a:solidFill>
              <a:latin typeface="Courier New" panose="02070309020205020404" pitchFamily="49" charset="0"/>
              <a:cs typeface="Courier New" panose="02070309020205020404" pitchFamily="49" charset="0"/>
            </a:rPr>
            <a:t>BIGINT </a:t>
          </a:r>
        </a:p>
        <a:p>
          <a:pPr algn="l"/>
          <a:r>
            <a:rPr lang="en-US" sz="1400" dirty="0" smtClean="0">
              <a:solidFill>
                <a:schemeClr val="tx1"/>
              </a:solidFill>
              <a:latin typeface="Courier New" panose="02070309020205020404" pitchFamily="49" charset="0"/>
              <a:cs typeface="Courier New" panose="02070309020205020404" pitchFamily="49" charset="0"/>
            </a:rPr>
            <a:t>-9,223,372,036,854,775,808 to        9,223,372,036,854,775,807</a:t>
          </a:r>
          <a:endParaRPr lang="en-US" sz="1400" dirty="0">
            <a:solidFill>
              <a:schemeClr val="tx1"/>
            </a:solidFill>
            <a:latin typeface="Courier New" panose="02070309020205020404" pitchFamily="49" charset="0"/>
            <a:cs typeface="Courier New" panose="02070309020205020404" pitchFamily="49" charset="0"/>
          </a:endParaRPr>
        </a:p>
      </dgm:t>
    </dgm:pt>
    <dgm:pt modelId="{13D5C93C-7AB8-471F-B405-5789F389E1D5}" type="parTrans" cxnId="{8BFEB696-F883-45E6-A130-DDFE16DB53FA}">
      <dgm:prSet/>
      <dgm:spPr/>
      <dgm:t>
        <a:bodyPr/>
        <a:lstStyle/>
        <a:p>
          <a:endParaRPr lang="en-US"/>
        </a:p>
      </dgm:t>
    </dgm:pt>
    <dgm:pt modelId="{65C1114F-8F5F-45D6-A76B-53A75A8CB9D2}" type="sibTrans" cxnId="{8BFEB696-F883-45E6-A130-DDFE16DB53FA}">
      <dgm:prSet/>
      <dgm:spPr/>
      <dgm:t>
        <a:bodyPr/>
        <a:lstStyle/>
        <a:p>
          <a:endParaRPr lang="en-US"/>
        </a:p>
      </dgm:t>
    </dgm:pt>
    <dgm:pt modelId="{C51B9605-38A8-4971-B68D-41AF6FD0F239}">
      <dgm:prSet phldrT="[Text]" custT="1"/>
      <dgm:spPr>
        <a:solidFill>
          <a:schemeClr val="accent1">
            <a:lumMod val="75000"/>
            <a:alpha val="43000"/>
          </a:schemeClr>
        </a:solidFill>
      </dgm:spPr>
      <dgm:t>
        <a:bodyPr anchor="t" anchorCtr="0"/>
        <a:lstStyle/>
        <a:p>
          <a:pPr algn="l"/>
          <a:r>
            <a:rPr lang="en-US" sz="1400" b="0" dirty="0" smtClean="0">
              <a:solidFill>
                <a:schemeClr val="tx1"/>
              </a:solidFill>
              <a:latin typeface="Courier New" panose="02070309020205020404" pitchFamily="49" charset="0"/>
              <a:cs typeface="Courier New" panose="02070309020205020404" pitchFamily="49" charset="0"/>
            </a:rPr>
            <a:t>BIT </a:t>
          </a:r>
        </a:p>
        <a:p>
          <a:pPr algn="l"/>
          <a:r>
            <a:rPr lang="en-US" sz="1400" b="0" dirty="0" smtClean="0">
              <a:solidFill>
                <a:schemeClr val="tx1"/>
              </a:solidFill>
              <a:latin typeface="Courier New" panose="02070309020205020404" pitchFamily="49" charset="0"/>
              <a:cs typeface="Courier New" panose="02070309020205020404" pitchFamily="49" charset="0"/>
            </a:rPr>
            <a:t>1 to 64 </a:t>
          </a:r>
        </a:p>
        <a:p>
          <a:pPr algn="l"/>
          <a:r>
            <a:rPr lang="en-US" sz="1400" b="0" dirty="0" smtClean="0">
              <a:solidFill>
                <a:schemeClr val="tx1"/>
              </a:solidFill>
              <a:latin typeface="Courier New" panose="02070309020205020404" pitchFamily="49" charset="0"/>
              <a:cs typeface="Courier New" panose="02070309020205020404" pitchFamily="49" charset="0"/>
            </a:rPr>
            <a:t>BIT(2)</a:t>
          </a:r>
          <a:endParaRPr lang="en-US" sz="1400" b="0" dirty="0">
            <a:solidFill>
              <a:schemeClr val="tx1"/>
            </a:solidFill>
            <a:latin typeface="Courier New" panose="02070309020205020404" pitchFamily="49" charset="0"/>
            <a:cs typeface="Courier New" panose="02070309020205020404" pitchFamily="49" charset="0"/>
          </a:endParaRPr>
        </a:p>
      </dgm:t>
    </dgm:pt>
    <dgm:pt modelId="{DC74A851-0E3E-4057-8075-F875A4FA87DA}" type="parTrans" cxnId="{0115B19E-E13C-4F4C-81C6-69BC559C0DE8}">
      <dgm:prSet/>
      <dgm:spPr/>
      <dgm:t>
        <a:bodyPr/>
        <a:lstStyle/>
        <a:p>
          <a:endParaRPr lang="en-US"/>
        </a:p>
      </dgm:t>
    </dgm:pt>
    <dgm:pt modelId="{477AD2BA-6FDA-4B32-8786-19138A9F9118}" type="sibTrans" cxnId="{0115B19E-E13C-4F4C-81C6-69BC559C0DE8}">
      <dgm:prSet/>
      <dgm:spPr/>
      <dgm:t>
        <a:bodyPr/>
        <a:lstStyle/>
        <a:p>
          <a:endParaRPr lang="en-US"/>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NeighborY="-661"/>
      <dgm:spPr/>
      <dgm:t>
        <a:bodyPr/>
        <a:lstStyle/>
        <a:p>
          <a:endParaRPr lang="en-US"/>
        </a:p>
      </dgm:t>
    </dgm:pt>
    <dgm:pt modelId="{74696AAF-CB83-403C-820A-B41EDD34D469}" type="pres">
      <dgm:prSet presAssocID="{ACA8DB9F-DAE1-4076-9701-E365723ACB51}" presName="outerBoxChildren" presStyleCnt="0"/>
      <dgm:spPr/>
    </dgm:pt>
    <dgm:pt modelId="{87D293BE-8ACD-474E-A9D3-192CF07D03E8}" type="pres">
      <dgm:prSet presAssocID="{3EEBDF7F-E702-4341-B3C6-9B182D378F45}" presName="oChild" presStyleLbl="fgAcc1" presStyleIdx="0" presStyleCnt="4" custScaleY="121304">
        <dgm:presLayoutVars>
          <dgm:bulletEnabled val="1"/>
        </dgm:presLayoutVars>
      </dgm:prSet>
      <dgm:spPr/>
      <dgm:t>
        <a:bodyPr/>
        <a:lstStyle/>
        <a:p>
          <a:endParaRPr lang="en-US"/>
        </a:p>
      </dgm:t>
    </dgm:pt>
    <dgm:pt modelId="{54C44333-A2CC-4547-8F8E-D90A93C1E5AF}" type="pres">
      <dgm:prSet presAssocID="{D4AC2AFA-F835-45E2-BFE1-4BE564E1A62D}" presName="outerSibTrans" presStyleCnt="0"/>
      <dgm:spPr/>
    </dgm:pt>
    <dgm:pt modelId="{3D0516CA-72C4-40AB-A699-F5A781F5D5CE}" type="pres">
      <dgm:prSet presAssocID="{6449C75F-BA05-4E43-902D-24FA807D01A2}" presName="oChild" presStyleLbl="fgAcc1" presStyleIdx="1" presStyleCnt="4" custScaleY="121304">
        <dgm:presLayoutVars>
          <dgm:bulletEnabled val="1"/>
        </dgm:presLayoutVars>
      </dgm:prSet>
      <dgm:spPr/>
      <dgm:t>
        <a:bodyPr/>
        <a:lstStyle/>
        <a:p>
          <a:endParaRPr lang="en-US"/>
        </a:p>
      </dgm:t>
    </dgm:pt>
    <dgm:pt modelId="{05554A3C-C417-499C-BF64-051FC1542D7A}" type="pres">
      <dgm:prSet presAssocID="{4A353F2C-A2B9-4C9B-AB53-B25A53EC7BD9}" presName="outerSibTrans" presStyleCnt="0"/>
      <dgm:spPr/>
    </dgm:pt>
    <dgm:pt modelId="{C78C4A6B-0C9E-4327-A00C-E18F84817D13}" type="pres">
      <dgm:prSet presAssocID="{C51B9605-38A8-4971-B68D-41AF6FD0F239}" presName="oChild" presStyleLbl="fgAcc1" presStyleIdx="2" presStyleCnt="4" custScaleY="108816" custLinFactNeighborX="-2611" custLinFactNeighborY="-367">
        <dgm:presLayoutVars>
          <dgm:bulletEnabled val="1"/>
        </dgm:presLayoutVars>
      </dgm:prSet>
      <dgm:spPr/>
      <dgm:t>
        <a:bodyPr/>
        <a:lstStyle/>
        <a:p>
          <a:endParaRPr lang="en-US"/>
        </a:p>
      </dgm:t>
    </dgm:pt>
    <dgm:pt modelId="{3C47ED55-4968-48A8-89F2-35208044F2EE}" type="pres">
      <dgm:prSet presAssocID="{477AD2BA-6FDA-4B32-8786-19138A9F9118}" presName="outerSibTrans" presStyleCnt="0"/>
      <dgm:spPr/>
    </dgm:pt>
    <dgm:pt modelId="{11CEC13A-EA44-462B-8992-080D24573DEC}" type="pres">
      <dgm:prSet presAssocID="{5B270AC6-DA8B-49D7-9968-9DC8DCE08C52}" presName="oChild" presStyleLbl="fgAcc1" presStyleIdx="3" presStyleCnt="4" custScaleX="161238" custScaleY="121304">
        <dgm:presLayoutVars>
          <dgm:bulletEnabled val="1"/>
        </dgm:presLayoutVars>
      </dgm:prSet>
      <dgm:spPr/>
      <dgm:t>
        <a:bodyPr/>
        <a:lstStyle/>
        <a:p>
          <a:endParaRPr lang="en-US"/>
        </a:p>
      </dgm:t>
    </dgm:pt>
  </dgm:ptLst>
  <dgm:cxnLst>
    <dgm:cxn modelId="{AEB65DD0-BBDB-4B37-BE4E-1A50E70E643B}" type="presOf" srcId="{3EEBDF7F-E702-4341-B3C6-9B182D378F45}" destId="{87D293BE-8ACD-474E-A9D3-192CF07D03E8}" srcOrd="0" destOrd="0" presId="urn:microsoft.com/office/officeart/2005/8/layout/target2"/>
    <dgm:cxn modelId="{B32F5BBB-0601-47BD-8047-0676E89249AC}" type="presOf" srcId="{5B270AC6-DA8B-49D7-9968-9DC8DCE08C52}" destId="{11CEC13A-EA44-462B-8992-080D24573DEC}" srcOrd="0" destOrd="0" presId="urn:microsoft.com/office/officeart/2005/8/layout/target2"/>
    <dgm:cxn modelId="{C9B47F77-1A0F-4DAC-BD85-60E38FC52545}" type="presOf" srcId="{C04BB70B-1772-4DDC-A590-2BBF80C52987}" destId="{F3D2A11A-2C6E-41C6-924A-6CA0C2C42EA2}" srcOrd="0" destOrd="0" presId="urn:microsoft.com/office/officeart/2005/8/layout/target2"/>
    <dgm:cxn modelId="{0115B19E-E13C-4F4C-81C6-69BC559C0DE8}" srcId="{C04BB70B-1772-4DDC-A590-2BBF80C52987}" destId="{C51B9605-38A8-4971-B68D-41AF6FD0F239}" srcOrd="2" destOrd="0" parTransId="{DC74A851-0E3E-4057-8075-F875A4FA87DA}" sibTransId="{477AD2BA-6FDA-4B32-8786-19138A9F9118}"/>
    <dgm:cxn modelId="{4749900E-8583-48DB-87D6-9C515B956CD4}" srcId="{ACA8DB9F-DAE1-4076-9701-E365723ACB51}" destId="{C04BB70B-1772-4DDC-A590-2BBF80C52987}" srcOrd="0" destOrd="0" parTransId="{58911E21-440C-47D6-9798-0462C6E71073}" sibTransId="{9CC386D0-A1EB-4BA1-AD19-4DD526FC8823}"/>
    <dgm:cxn modelId="{B67CB5AB-3C8B-4026-A4D8-7BD8563AE3AE}" srcId="{C04BB70B-1772-4DDC-A590-2BBF80C52987}" destId="{3EEBDF7F-E702-4341-B3C6-9B182D378F45}" srcOrd="0" destOrd="0" parTransId="{21D52315-C21F-4C7C-8FAD-66E55EFDE1C1}" sibTransId="{D4AC2AFA-F835-45E2-BFE1-4BE564E1A62D}"/>
    <dgm:cxn modelId="{DB34CF4F-86D6-41A7-A730-537AB1239D0C}" srcId="{C04BB70B-1772-4DDC-A590-2BBF80C52987}" destId="{6449C75F-BA05-4E43-902D-24FA807D01A2}" srcOrd="1" destOrd="0" parTransId="{C510A715-0FAD-41F8-AEF1-969C545AE68F}" sibTransId="{4A353F2C-A2B9-4C9B-AB53-B25A53EC7BD9}"/>
    <dgm:cxn modelId="{BE13D19E-E038-403A-9F01-74400671212B}" type="presOf" srcId="{C51B9605-38A8-4971-B68D-41AF6FD0F239}" destId="{C78C4A6B-0C9E-4327-A00C-E18F84817D13}" srcOrd="0" destOrd="0" presId="urn:microsoft.com/office/officeart/2005/8/layout/target2"/>
    <dgm:cxn modelId="{4A2C99B6-58C6-401A-AA74-B772CDED3B13}" type="presOf" srcId="{6449C75F-BA05-4E43-902D-24FA807D01A2}" destId="{3D0516CA-72C4-40AB-A699-F5A781F5D5CE}" srcOrd="0" destOrd="0" presId="urn:microsoft.com/office/officeart/2005/8/layout/target2"/>
    <dgm:cxn modelId="{8BFEB696-F883-45E6-A130-DDFE16DB53FA}" srcId="{C04BB70B-1772-4DDC-A590-2BBF80C52987}" destId="{5B270AC6-DA8B-49D7-9968-9DC8DCE08C52}" srcOrd="3" destOrd="0" parTransId="{13D5C93C-7AB8-471F-B405-5789F389E1D5}" sibTransId="{65C1114F-8F5F-45D6-A76B-53A75A8CB9D2}"/>
    <dgm:cxn modelId="{37B71C94-72B9-451B-BF6A-E7C7B421EA49}" type="presOf" srcId="{ACA8DB9F-DAE1-4076-9701-E365723ACB51}" destId="{21B434D6-E084-4911-803C-A078F4902604}" srcOrd="0" destOrd="0" presId="urn:microsoft.com/office/officeart/2005/8/layout/target2"/>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61D65BF6-1333-4CBE-A5C5-BC493A944C0F}" type="presParOf" srcId="{74696AAF-CB83-403C-820A-B41EDD34D469}" destId="{87D293BE-8ACD-474E-A9D3-192CF07D03E8}" srcOrd="0" destOrd="0" presId="urn:microsoft.com/office/officeart/2005/8/layout/target2"/>
    <dgm:cxn modelId="{C8335A7B-CDFD-43B0-8914-0B2CB1CC7FF2}" type="presParOf" srcId="{74696AAF-CB83-403C-820A-B41EDD34D469}" destId="{54C44333-A2CC-4547-8F8E-D90A93C1E5AF}" srcOrd="1" destOrd="0" presId="urn:microsoft.com/office/officeart/2005/8/layout/target2"/>
    <dgm:cxn modelId="{05F1D14B-309A-4F81-BAC0-185ABF329354}" type="presParOf" srcId="{74696AAF-CB83-403C-820A-B41EDD34D469}" destId="{3D0516CA-72C4-40AB-A699-F5A781F5D5CE}" srcOrd="2" destOrd="0" presId="urn:microsoft.com/office/officeart/2005/8/layout/target2"/>
    <dgm:cxn modelId="{612A1124-0713-46B4-B9DC-48D7B55489C5}" type="presParOf" srcId="{74696AAF-CB83-403C-820A-B41EDD34D469}" destId="{05554A3C-C417-499C-BF64-051FC1542D7A}" srcOrd="3" destOrd="0" presId="urn:microsoft.com/office/officeart/2005/8/layout/target2"/>
    <dgm:cxn modelId="{955D04A9-7491-4BFE-8630-5384B45E5879}" type="presParOf" srcId="{74696AAF-CB83-403C-820A-B41EDD34D469}" destId="{C78C4A6B-0C9E-4327-A00C-E18F84817D13}" srcOrd="4" destOrd="0" presId="urn:microsoft.com/office/officeart/2005/8/layout/target2"/>
    <dgm:cxn modelId="{BC86F9AE-5D59-4C64-AD0C-ECDFA9BABC0E}" type="presParOf" srcId="{74696AAF-CB83-403C-820A-B41EDD34D469}" destId="{3C47ED55-4968-48A8-89F2-35208044F2EE}" srcOrd="5" destOrd="0" presId="urn:microsoft.com/office/officeart/2005/8/layout/target2"/>
    <dgm:cxn modelId="{3D1EEC12-AA07-47D8-8453-091B4C104556}" type="presParOf" srcId="{74696AAF-CB83-403C-820A-B41EDD34D469}" destId="{11CEC13A-EA44-462B-8992-080D24573DEC}" srcOrd="6" destOrd="0" presId="urn:microsoft.com/office/officeart/2005/8/layout/targe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C04BB70B-1772-4DDC-A590-2BBF80C52987}">
      <dgm:prSet phldrT="[Text]" custT="1"/>
      <dgm:spPr>
        <a:solidFill>
          <a:schemeClr val="bg1">
            <a:alpha val="17000"/>
          </a:schemeClr>
        </a:solidFill>
      </dgm:spPr>
      <dgm:t>
        <a:bodyPr/>
        <a:lstStyle/>
        <a:p>
          <a:r>
            <a:rPr lang="en-US" sz="1400" dirty="0" smtClean="0">
              <a:latin typeface="Courier New" panose="02070309020205020404" pitchFamily="49" charset="0"/>
              <a:cs typeface="Courier New" panose="02070309020205020404" pitchFamily="49" charset="0"/>
            </a:rPr>
            <a:t>Decimal (Integer)</a:t>
          </a:r>
          <a:endParaRPr lang="en-US" sz="1400" dirty="0">
            <a:latin typeface="Courier New" panose="02070309020205020404" pitchFamily="49" charset="0"/>
            <a:cs typeface="Courier New" panose="02070309020205020404" pitchFamily="49" charset="0"/>
          </a:endParaRPr>
        </a:p>
      </dgm:t>
    </dgm:pt>
    <dgm:pt modelId="{58911E21-440C-47D6-9798-0462C6E71073}" type="parTrans" cxnId="{4749900E-8583-48DB-87D6-9C515B956CD4}">
      <dgm:prSet/>
      <dgm:spPr/>
      <dgm:t>
        <a:bodyPr/>
        <a:lstStyle/>
        <a:p>
          <a:endParaRPr lang="en-US" sz="1400"/>
        </a:p>
      </dgm:t>
    </dgm:pt>
    <dgm:pt modelId="{9CC386D0-A1EB-4BA1-AD19-4DD526FC8823}" type="sibTrans" cxnId="{4749900E-8583-48DB-87D6-9C515B956CD4}">
      <dgm:prSet/>
      <dgm:spPr/>
      <dgm:t>
        <a:bodyPr/>
        <a:lstStyle/>
        <a:p>
          <a:endParaRPr lang="en-US" sz="1400"/>
        </a:p>
      </dgm:t>
    </dgm:pt>
    <dgm:pt modelId="{173D1A89-7AF7-405B-826D-F82D5CA3ED02}">
      <dgm:prSet phldrT="[Text]" custT="1"/>
      <dgm:spPr>
        <a:solidFill>
          <a:schemeClr val="bg2">
            <a:alpha val="37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FLOAT </a:t>
          </a:r>
        </a:p>
        <a:p>
          <a:pPr algn="l"/>
          <a:r>
            <a:rPr lang="en-US" sz="1400" dirty="0" smtClean="0">
              <a:solidFill>
                <a:schemeClr val="tx1"/>
              </a:solidFill>
              <a:latin typeface="Courier New" panose="02070309020205020404" pitchFamily="49" charset="0"/>
              <a:cs typeface="Courier New" panose="02070309020205020404" pitchFamily="49" charset="0"/>
            </a:rPr>
            <a:t>23 digits</a:t>
          </a:r>
          <a:endParaRPr lang="en-US" sz="1400" dirty="0">
            <a:solidFill>
              <a:schemeClr val="tx1"/>
            </a:solidFill>
            <a:latin typeface="Courier New" panose="02070309020205020404" pitchFamily="49" charset="0"/>
            <a:cs typeface="Courier New" panose="02070309020205020404" pitchFamily="49" charset="0"/>
          </a:endParaRPr>
        </a:p>
      </dgm:t>
    </dgm:pt>
    <dgm:pt modelId="{D5787C56-32C8-4816-9F5E-94183EE8464C}" type="parTrans" cxnId="{388BB26A-E40B-4F6A-92B5-D011F966F075}">
      <dgm:prSet/>
      <dgm:spPr/>
      <dgm:t>
        <a:bodyPr/>
        <a:lstStyle/>
        <a:p>
          <a:endParaRPr lang="en-US"/>
        </a:p>
      </dgm:t>
    </dgm:pt>
    <dgm:pt modelId="{D4798ABA-0E03-4180-8DDC-8289188AB91F}" type="sibTrans" cxnId="{388BB26A-E40B-4F6A-92B5-D011F966F075}">
      <dgm:prSet/>
      <dgm:spPr/>
      <dgm:t>
        <a:bodyPr/>
        <a:lstStyle/>
        <a:p>
          <a:endParaRPr lang="en-US"/>
        </a:p>
      </dgm:t>
    </dgm:pt>
    <dgm:pt modelId="{A46D00FD-27EE-4C29-83E8-B1024B5B47B5}">
      <dgm:prSet phldrT="[Text]" custT="1"/>
      <dgm:spPr>
        <a:solidFill>
          <a:schemeClr val="bg2">
            <a:alpha val="37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Double </a:t>
          </a:r>
        </a:p>
        <a:p>
          <a:pPr algn="l"/>
          <a:r>
            <a:rPr lang="en-US" sz="1400" dirty="0" smtClean="0">
              <a:solidFill>
                <a:schemeClr val="tx1"/>
              </a:solidFill>
              <a:latin typeface="Courier New" panose="02070309020205020404" pitchFamily="49" charset="0"/>
              <a:cs typeface="Courier New" panose="02070309020205020404" pitchFamily="49" charset="0"/>
            </a:rPr>
            <a:t>(24 to 53 digits)</a:t>
          </a:r>
          <a:endParaRPr lang="en-US" sz="1400" dirty="0">
            <a:solidFill>
              <a:schemeClr val="tx1"/>
            </a:solidFill>
            <a:latin typeface="Courier New" panose="02070309020205020404" pitchFamily="49" charset="0"/>
            <a:cs typeface="Courier New" panose="02070309020205020404" pitchFamily="49" charset="0"/>
          </a:endParaRPr>
        </a:p>
      </dgm:t>
    </dgm:pt>
    <dgm:pt modelId="{218B3AE3-B271-4C79-A9AA-CE67EEEE1C07}" type="parTrans" cxnId="{E694A476-43CF-46AF-8B99-BF251633CA7C}">
      <dgm:prSet/>
      <dgm:spPr/>
      <dgm:t>
        <a:bodyPr/>
        <a:lstStyle/>
        <a:p>
          <a:endParaRPr lang="en-US"/>
        </a:p>
      </dgm:t>
    </dgm:pt>
    <dgm:pt modelId="{E00E0257-13F0-442E-8DE8-5D37DC916497}" type="sibTrans" cxnId="{E694A476-43CF-46AF-8B99-BF251633CA7C}">
      <dgm:prSet/>
      <dgm:spPr/>
      <dgm:t>
        <a:bodyPr/>
        <a:lstStyle/>
        <a:p>
          <a:endParaRPr lang="en-US"/>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NeighborX="-208"/>
      <dgm:spPr/>
      <dgm:t>
        <a:bodyPr/>
        <a:lstStyle/>
        <a:p>
          <a:endParaRPr lang="en-US"/>
        </a:p>
      </dgm:t>
    </dgm:pt>
    <dgm:pt modelId="{74696AAF-CB83-403C-820A-B41EDD34D469}" type="pres">
      <dgm:prSet presAssocID="{ACA8DB9F-DAE1-4076-9701-E365723ACB51}" presName="outerBoxChildren" presStyleCnt="0"/>
      <dgm:spPr/>
    </dgm:pt>
    <dgm:pt modelId="{3853CCF2-AD59-4D41-9CBF-7B7EE574FA25}" type="pres">
      <dgm:prSet presAssocID="{173D1A89-7AF7-405B-826D-F82D5CA3ED02}" presName="oChild" presStyleLbl="fgAcc1" presStyleIdx="0" presStyleCnt="2">
        <dgm:presLayoutVars>
          <dgm:bulletEnabled val="1"/>
        </dgm:presLayoutVars>
      </dgm:prSet>
      <dgm:spPr/>
      <dgm:t>
        <a:bodyPr/>
        <a:lstStyle/>
        <a:p>
          <a:endParaRPr lang="en-US"/>
        </a:p>
      </dgm:t>
    </dgm:pt>
    <dgm:pt modelId="{3BEE9B49-8C88-4CA5-9FE9-1E4F9B0F151A}" type="pres">
      <dgm:prSet presAssocID="{D4798ABA-0E03-4180-8DDC-8289188AB91F}" presName="outerSibTrans" presStyleCnt="0"/>
      <dgm:spPr/>
    </dgm:pt>
    <dgm:pt modelId="{BAD0A6EF-E363-45DF-9EC8-3C61E2A3DB01}" type="pres">
      <dgm:prSet presAssocID="{A46D00FD-27EE-4C29-83E8-B1024B5B47B5}" presName="oChild" presStyleLbl="fgAcc1" presStyleIdx="1" presStyleCnt="2">
        <dgm:presLayoutVars>
          <dgm:bulletEnabled val="1"/>
        </dgm:presLayoutVars>
      </dgm:prSet>
      <dgm:spPr/>
      <dgm:t>
        <a:bodyPr/>
        <a:lstStyle/>
        <a:p>
          <a:endParaRPr lang="en-US"/>
        </a:p>
      </dgm:t>
    </dgm:pt>
  </dgm:ptLst>
  <dgm:cxnLst>
    <dgm:cxn modelId="{C9B47F77-1A0F-4DAC-BD85-60E38FC52545}" type="presOf" srcId="{C04BB70B-1772-4DDC-A590-2BBF80C52987}" destId="{F3D2A11A-2C6E-41C6-924A-6CA0C2C42EA2}" srcOrd="0" destOrd="0" presId="urn:microsoft.com/office/officeart/2005/8/layout/target2"/>
    <dgm:cxn modelId="{E694A476-43CF-46AF-8B99-BF251633CA7C}" srcId="{C04BB70B-1772-4DDC-A590-2BBF80C52987}" destId="{A46D00FD-27EE-4C29-83E8-B1024B5B47B5}" srcOrd="1" destOrd="0" parTransId="{218B3AE3-B271-4C79-A9AA-CE67EEEE1C07}" sibTransId="{E00E0257-13F0-442E-8DE8-5D37DC916497}"/>
    <dgm:cxn modelId="{91C3944E-AD06-49C8-A4FA-539DB990F0C7}" type="presOf" srcId="{A46D00FD-27EE-4C29-83E8-B1024B5B47B5}" destId="{BAD0A6EF-E363-45DF-9EC8-3C61E2A3DB01}" srcOrd="0" destOrd="0" presId="urn:microsoft.com/office/officeart/2005/8/layout/target2"/>
    <dgm:cxn modelId="{F1D8A8E4-7475-4696-BE06-6BFD23127020}" type="presOf" srcId="{173D1A89-7AF7-405B-826D-F82D5CA3ED02}" destId="{3853CCF2-AD59-4D41-9CBF-7B7EE574FA25}" srcOrd="0" destOrd="0" presId="urn:microsoft.com/office/officeart/2005/8/layout/target2"/>
    <dgm:cxn modelId="{388BB26A-E40B-4F6A-92B5-D011F966F075}" srcId="{C04BB70B-1772-4DDC-A590-2BBF80C52987}" destId="{173D1A89-7AF7-405B-826D-F82D5CA3ED02}" srcOrd="0" destOrd="0" parTransId="{D5787C56-32C8-4816-9F5E-94183EE8464C}" sibTransId="{D4798ABA-0E03-4180-8DDC-8289188AB91F}"/>
    <dgm:cxn modelId="{4749900E-8583-48DB-87D6-9C515B956CD4}" srcId="{ACA8DB9F-DAE1-4076-9701-E365723ACB51}" destId="{C04BB70B-1772-4DDC-A590-2BBF80C52987}" srcOrd="0" destOrd="0" parTransId="{58911E21-440C-47D6-9798-0462C6E71073}" sibTransId="{9CC386D0-A1EB-4BA1-AD19-4DD526FC8823}"/>
    <dgm:cxn modelId="{37B71C94-72B9-451B-BF6A-E7C7B421EA49}" type="presOf" srcId="{ACA8DB9F-DAE1-4076-9701-E365723ACB51}" destId="{21B434D6-E084-4911-803C-A078F4902604}" srcOrd="0" destOrd="0" presId="urn:microsoft.com/office/officeart/2005/8/layout/target2"/>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93D5F8A5-3B09-4033-AEB7-FC9656699987}" type="presParOf" srcId="{74696AAF-CB83-403C-820A-B41EDD34D469}" destId="{3853CCF2-AD59-4D41-9CBF-7B7EE574FA25}" srcOrd="0" destOrd="0" presId="urn:microsoft.com/office/officeart/2005/8/layout/target2"/>
    <dgm:cxn modelId="{0FD3AFA2-5ED4-4250-B4D7-335E2AE413E7}" type="presParOf" srcId="{74696AAF-CB83-403C-820A-B41EDD34D469}" destId="{3BEE9B49-8C88-4CA5-9FE9-1E4F9B0F151A}" srcOrd="1" destOrd="0" presId="urn:microsoft.com/office/officeart/2005/8/layout/target2"/>
    <dgm:cxn modelId="{A7D24BAD-5BD3-4CFF-BC51-7EA575BB3C1A}" type="presParOf" srcId="{74696AAF-CB83-403C-820A-B41EDD34D469}" destId="{BAD0A6EF-E363-45DF-9EC8-3C61E2A3DB01}" srcOrd="2" destOrd="0" presId="urn:microsoft.com/office/officeart/2005/8/layout/targe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3734EBF1-4154-47A9-BB8D-631D581D9A7C}">
      <dgm:prSet phldrT="[Text]" custT="1"/>
      <dgm:spPr>
        <a:solidFill>
          <a:schemeClr val="accent1">
            <a:lumMod val="75000"/>
            <a:alpha val="26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TIME</a:t>
          </a:r>
        </a:p>
        <a:p>
          <a:pPr algn="l"/>
          <a:r>
            <a:rPr lang="en-US" sz="1400" dirty="0" smtClean="0">
              <a:solidFill>
                <a:schemeClr val="tx1"/>
              </a:solidFill>
              <a:latin typeface="Courier New" panose="02070309020205020404" pitchFamily="49" charset="0"/>
              <a:cs typeface="Courier New" panose="02070309020205020404" pitchFamily="49" charset="0"/>
            </a:rPr>
            <a:t> HH:MM:SS</a:t>
          </a:r>
        </a:p>
        <a:p>
          <a:pPr algn="l"/>
          <a:r>
            <a:rPr lang="en-US" sz="1400" dirty="0" smtClean="0">
              <a:solidFill>
                <a:schemeClr val="tx1"/>
              </a:solidFill>
              <a:latin typeface="Courier New" panose="02070309020205020404" pitchFamily="49" charset="0"/>
              <a:cs typeface="Courier New" panose="02070309020205020404" pitchFamily="49" charset="0"/>
            </a:rPr>
            <a:t>-838:59:59 to 838:59:59</a:t>
          </a:r>
          <a:endParaRPr lang="en-US" sz="1400" dirty="0">
            <a:solidFill>
              <a:schemeClr val="tx1"/>
            </a:solidFill>
            <a:latin typeface="Courier New" panose="02070309020205020404" pitchFamily="49" charset="0"/>
            <a:cs typeface="Courier New" panose="02070309020205020404" pitchFamily="49" charset="0"/>
          </a:endParaRPr>
        </a:p>
      </dgm:t>
    </dgm:pt>
    <dgm:pt modelId="{D5D190B2-7A01-450D-A1C6-4DA0277C915A}" type="parTrans" cxnId="{CF991D39-DB25-42AC-A926-3BC81892499C}">
      <dgm:prSet/>
      <dgm:spPr/>
      <dgm:t>
        <a:bodyPr/>
        <a:lstStyle/>
        <a:p>
          <a:endParaRPr lang="en-US"/>
        </a:p>
      </dgm:t>
    </dgm:pt>
    <dgm:pt modelId="{9B88FFBF-C40B-46A7-8161-B675A8C30A42}" type="sibTrans" cxnId="{CF991D39-DB25-42AC-A926-3BC81892499C}">
      <dgm:prSet/>
      <dgm:spPr/>
      <dgm:t>
        <a:bodyPr/>
        <a:lstStyle/>
        <a:p>
          <a:endParaRPr lang="en-US"/>
        </a:p>
      </dgm:t>
    </dgm:pt>
    <dgm:pt modelId="{C04BB70B-1772-4DDC-A590-2BBF80C52987}">
      <dgm:prSet phldrT="[Text]" custT="1"/>
      <dgm:spPr>
        <a:solidFill>
          <a:schemeClr val="bg2">
            <a:alpha val="34000"/>
          </a:schemeClr>
        </a:solidFill>
      </dgm:spPr>
      <dgm:t>
        <a:bodyPr/>
        <a:lstStyle/>
        <a:p>
          <a:r>
            <a:rPr lang="en-US" sz="1400" b="1" dirty="0" smtClean="0">
              <a:latin typeface="Courier New" panose="02070309020205020404" pitchFamily="49" charset="0"/>
              <a:cs typeface="Courier New" panose="02070309020205020404" pitchFamily="49" charset="0"/>
            </a:rPr>
            <a:t>Time</a:t>
          </a:r>
          <a:endParaRPr lang="en-US" sz="1400" b="1" dirty="0">
            <a:latin typeface="Courier New" panose="02070309020205020404" pitchFamily="49" charset="0"/>
            <a:cs typeface="Courier New" panose="02070309020205020404" pitchFamily="49" charset="0"/>
          </a:endParaRPr>
        </a:p>
      </dgm:t>
    </dgm:pt>
    <dgm:pt modelId="{9CC386D0-A1EB-4BA1-AD19-4DD526FC8823}" type="sibTrans" cxnId="{4749900E-8583-48DB-87D6-9C515B956CD4}">
      <dgm:prSet/>
      <dgm:spPr/>
      <dgm:t>
        <a:bodyPr/>
        <a:lstStyle/>
        <a:p>
          <a:endParaRPr lang="en-US" sz="1400"/>
        </a:p>
      </dgm:t>
    </dgm:pt>
    <dgm:pt modelId="{58911E21-440C-47D6-9798-0462C6E71073}" type="parTrans" cxnId="{4749900E-8583-48DB-87D6-9C515B956CD4}">
      <dgm:prSet/>
      <dgm:spPr/>
      <dgm:t>
        <a:bodyPr/>
        <a:lstStyle/>
        <a:p>
          <a:endParaRPr lang="en-US" sz="1400"/>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NeighborX="-3264" custLinFactNeighborY="-35065"/>
      <dgm:spPr/>
      <dgm:t>
        <a:bodyPr/>
        <a:lstStyle/>
        <a:p>
          <a:endParaRPr lang="en-US"/>
        </a:p>
      </dgm:t>
    </dgm:pt>
    <dgm:pt modelId="{74696AAF-CB83-403C-820A-B41EDD34D469}" type="pres">
      <dgm:prSet presAssocID="{ACA8DB9F-DAE1-4076-9701-E365723ACB51}" presName="outerBoxChildren" presStyleCnt="0"/>
      <dgm:spPr/>
    </dgm:pt>
    <dgm:pt modelId="{018BFB6B-4146-471B-8276-22483747309E}" type="pres">
      <dgm:prSet presAssocID="{3734EBF1-4154-47A9-BB8D-631D581D9A7C}" presName="oChild" presStyleLbl="fgAcc1" presStyleIdx="0" presStyleCnt="1">
        <dgm:presLayoutVars>
          <dgm:bulletEnabled val="1"/>
        </dgm:presLayoutVars>
      </dgm:prSet>
      <dgm:spPr/>
      <dgm:t>
        <a:bodyPr/>
        <a:lstStyle/>
        <a:p>
          <a:endParaRPr lang="en-US"/>
        </a:p>
      </dgm:t>
    </dgm:pt>
  </dgm:ptLst>
  <dgm:cxnLst>
    <dgm:cxn modelId="{CF991D39-DB25-42AC-A926-3BC81892499C}" srcId="{C04BB70B-1772-4DDC-A590-2BBF80C52987}" destId="{3734EBF1-4154-47A9-BB8D-631D581D9A7C}" srcOrd="0" destOrd="0" parTransId="{D5D190B2-7A01-450D-A1C6-4DA0277C915A}" sibTransId="{9B88FFBF-C40B-46A7-8161-B675A8C30A42}"/>
    <dgm:cxn modelId="{4749900E-8583-48DB-87D6-9C515B956CD4}" srcId="{ACA8DB9F-DAE1-4076-9701-E365723ACB51}" destId="{C04BB70B-1772-4DDC-A590-2BBF80C52987}" srcOrd="0" destOrd="0" parTransId="{58911E21-440C-47D6-9798-0462C6E71073}" sibTransId="{9CC386D0-A1EB-4BA1-AD19-4DD526FC8823}"/>
    <dgm:cxn modelId="{37B71C94-72B9-451B-BF6A-E7C7B421EA49}" type="presOf" srcId="{ACA8DB9F-DAE1-4076-9701-E365723ACB51}" destId="{21B434D6-E084-4911-803C-A078F4902604}" srcOrd="0" destOrd="0" presId="urn:microsoft.com/office/officeart/2005/8/layout/target2"/>
    <dgm:cxn modelId="{6B897502-0A15-4BB1-B6B8-DEFE18A03E9D}" type="presOf" srcId="{3734EBF1-4154-47A9-BB8D-631D581D9A7C}" destId="{018BFB6B-4146-471B-8276-22483747309E}" srcOrd="0" destOrd="0" presId="urn:microsoft.com/office/officeart/2005/8/layout/target2"/>
    <dgm:cxn modelId="{C9B47F77-1A0F-4DAC-BD85-60E38FC52545}" type="presOf" srcId="{C04BB70B-1772-4DDC-A590-2BBF80C52987}" destId="{F3D2A11A-2C6E-41C6-924A-6CA0C2C42EA2}" srcOrd="0" destOrd="0" presId="urn:microsoft.com/office/officeart/2005/8/layout/target2"/>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18912E2C-E7B3-4502-A2A3-0E916B0D2298}" type="presParOf" srcId="{74696AAF-CB83-403C-820A-B41EDD34D469}" destId="{018BFB6B-4146-471B-8276-22483747309E}" srcOrd="0" destOrd="0" presId="urn:microsoft.com/office/officeart/2005/8/layout/targe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C04BB70B-1772-4DDC-A590-2BBF80C52987}">
      <dgm:prSet phldrT="[Text]" custT="1"/>
      <dgm:spPr>
        <a:solidFill>
          <a:schemeClr val="bg2">
            <a:alpha val="28000"/>
          </a:schemeClr>
        </a:solidFill>
      </dgm:spPr>
      <dgm:t>
        <a:bodyPr/>
        <a:lstStyle/>
        <a:p>
          <a:r>
            <a:rPr lang="en-US" sz="1400" dirty="0" smtClean="0">
              <a:latin typeface="Courier New" panose="02070309020205020404" pitchFamily="49" charset="0"/>
              <a:cs typeface="Courier New" panose="02070309020205020404" pitchFamily="49" charset="0"/>
            </a:rPr>
            <a:t>Date</a:t>
          </a:r>
          <a:endParaRPr lang="en-US" sz="1400" dirty="0">
            <a:latin typeface="Courier New" panose="02070309020205020404" pitchFamily="49" charset="0"/>
            <a:cs typeface="Courier New" panose="02070309020205020404" pitchFamily="49" charset="0"/>
          </a:endParaRPr>
        </a:p>
      </dgm:t>
    </dgm:pt>
    <dgm:pt modelId="{58911E21-440C-47D6-9798-0462C6E71073}" type="parTrans" cxnId="{4749900E-8583-48DB-87D6-9C515B956CD4}">
      <dgm:prSet/>
      <dgm:spPr/>
      <dgm:t>
        <a:bodyPr/>
        <a:lstStyle/>
        <a:p>
          <a:endParaRPr lang="en-US" sz="1400"/>
        </a:p>
      </dgm:t>
    </dgm:pt>
    <dgm:pt modelId="{9CC386D0-A1EB-4BA1-AD19-4DD526FC8823}" type="sibTrans" cxnId="{4749900E-8583-48DB-87D6-9C515B956CD4}">
      <dgm:prSet/>
      <dgm:spPr/>
      <dgm:t>
        <a:bodyPr/>
        <a:lstStyle/>
        <a:p>
          <a:endParaRPr lang="en-US" sz="1400"/>
        </a:p>
      </dgm:t>
    </dgm:pt>
    <dgm:pt modelId="{173D1A89-7AF7-405B-826D-F82D5CA3ED02}">
      <dgm:prSet phldrT="[Text]" custT="1"/>
      <dgm:spPr>
        <a:solidFill>
          <a:schemeClr val="accent1">
            <a:lumMod val="75000"/>
            <a:alpha val="33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DATE</a:t>
          </a:r>
        </a:p>
        <a:p>
          <a:pPr algn="l"/>
          <a:r>
            <a:rPr lang="en-US" sz="1400" dirty="0" smtClean="0">
              <a:solidFill>
                <a:schemeClr val="tx1"/>
              </a:solidFill>
              <a:latin typeface="Courier New" panose="02070309020205020404" pitchFamily="49" charset="0"/>
              <a:cs typeface="Courier New" panose="02070309020205020404" pitchFamily="49" charset="0"/>
            </a:rPr>
            <a:t>YYYY-MM-DD</a:t>
          </a:r>
        </a:p>
        <a:p>
          <a:pPr algn="l"/>
          <a:r>
            <a:rPr lang="en-US" sz="1400" dirty="0" smtClean="0">
              <a:solidFill>
                <a:schemeClr val="tx1"/>
              </a:solidFill>
              <a:latin typeface="Courier New" panose="02070309020205020404" pitchFamily="49" charset="0"/>
              <a:cs typeface="Courier New" panose="02070309020205020404" pitchFamily="49" charset="0"/>
            </a:rPr>
            <a:t>1000-01-01 to 9999-12-31</a:t>
          </a:r>
        </a:p>
      </dgm:t>
    </dgm:pt>
    <dgm:pt modelId="{D5787C56-32C8-4816-9F5E-94183EE8464C}" type="parTrans" cxnId="{388BB26A-E40B-4F6A-92B5-D011F966F075}">
      <dgm:prSet/>
      <dgm:spPr/>
      <dgm:t>
        <a:bodyPr/>
        <a:lstStyle/>
        <a:p>
          <a:endParaRPr lang="en-US"/>
        </a:p>
      </dgm:t>
    </dgm:pt>
    <dgm:pt modelId="{D4798ABA-0E03-4180-8DDC-8289188AB91F}" type="sibTrans" cxnId="{388BB26A-E40B-4F6A-92B5-D011F966F075}">
      <dgm:prSet/>
      <dgm:spPr/>
      <dgm:t>
        <a:bodyPr/>
        <a:lstStyle/>
        <a:p>
          <a:endParaRPr lang="en-US"/>
        </a:p>
      </dgm:t>
    </dgm:pt>
    <dgm:pt modelId="{A46D00FD-27EE-4C29-83E8-B1024B5B47B5}">
      <dgm:prSet phldrT="[Text]" custT="1"/>
      <dgm:spPr>
        <a:solidFill>
          <a:schemeClr val="accent1">
            <a:lumMod val="75000"/>
            <a:alpha val="33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Year</a:t>
          </a:r>
        </a:p>
        <a:p>
          <a:pPr algn="l"/>
          <a:r>
            <a:rPr lang="en-US" sz="1400" dirty="0" smtClean="0">
              <a:solidFill>
                <a:schemeClr val="tx1"/>
              </a:solidFill>
              <a:latin typeface="Courier New" panose="02070309020205020404" pitchFamily="49" charset="0"/>
              <a:cs typeface="Courier New" panose="02070309020205020404" pitchFamily="49" charset="0"/>
            </a:rPr>
            <a:t>4 digit</a:t>
          </a:r>
        </a:p>
        <a:p>
          <a:pPr algn="l"/>
          <a:r>
            <a:rPr lang="en-US" sz="1400" dirty="0" smtClean="0">
              <a:solidFill>
                <a:schemeClr val="tx1"/>
              </a:solidFill>
              <a:latin typeface="Courier New" panose="02070309020205020404" pitchFamily="49" charset="0"/>
              <a:cs typeface="Courier New" panose="02070309020205020404" pitchFamily="49" charset="0"/>
            </a:rPr>
            <a:t>From 1901 to 2155</a:t>
          </a:r>
        </a:p>
      </dgm:t>
    </dgm:pt>
    <dgm:pt modelId="{218B3AE3-B271-4C79-A9AA-CE67EEEE1C07}" type="parTrans" cxnId="{E694A476-43CF-46AF-8B99-BF251633CA7C}">
      <dgm:prSet/>
      <dgm:spPr/>
      <dgm:t>
        <a:bodyPr/>
        <a:lstStyle/>
        <a:p>
          <a:endParaRPr lang="en-US"/>
        </a:p>
      </dgm:t>
    </dgm:pt>
    <dgm:pt modelId="{E00E0257-13F0-442E-8DE8-5D37DC916497}" type="sibTrans" cxnId="{E694A476-43CF-46AF-8B99-BF251633CA7C}">
      <dgm:prSet/>
      <dgm:spPr/>
      <dgm:t>
        <a:bodyPr/>
        <a:lstStyle/>
        <a:p>
          <a:endParaRPr lang="en-US"/>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X="2368" custLinFactNeighborX="100000" custLinFactNeighborY="-27934"/>
      <dgm:spPr/>
      <dgm:t>
        <a:bodyPr/>
        <a:lstStyle/>
        <a:p>
          <a:endParaRPr lang="en-US"/>
        </a:p>
      </dgm:t>
    </dgm:pt>
    <dgm:pt modelId="{74696AAF-CB83-403C-820A-B41EDD34D469}" type="pres">
      <dgm:prSet presAssocID="{ACA8DB9F-DAE1-4076-9701-E365723ACB51}" presName="outerBoxChildren" presStyleCnt="0"/>
      <dgm:spPr/>
    </dgm:pt>
    <dgm:pt modelId="{3853CCF2-AD59-4D41-9CBF-7B7EE574FA25}" type="pres">
      <dgm:prSet presAssocID="{173D1A89-7AF7-405B-826D-F82D5CA3ED02}" presName="oChild" presStyleLbl="fgAcc1" presStyleIdx="0" presStyleCnt="2" custLinFactX="-1699" custLinFactNeighborX="-100000" custLinFactNeighborY="-28456">
        <dgm:presLayoutVars>
          <dgm:bulletEnabled val="1"/>
        </dgm:presLayoutVars>
      </dgm:prSet>
      <dgm:spPr/>
      <dgm:t>
        <a:bodyPr/>
        <a:lstStyle/>
        <a:p>
          <a:endParaRPr lang="en-US"/>
        </a:p>
      </dgm:t>
    </dgm:pt>
    <dgm:pt modelId="{3BEE9B49-8C88-4CA5-9FE9-1E4F9B0F151A}" type="pres">
      <dgm:prSet presAssocID="{D4798ABA-0E03-4180-8DDC-8289188AB91F}" presName="outerSibTrans" presStyleCnt="0"/>
      <dgm:spPr/>
    </dgm:pt>
    <dgm:pt modelId="{BAD0A6EF-E363-45DF-9EC8-3C61E2A3DB01}" type="pres">
      <dgm:prSet presAssocID="{A46D00FD-27EE-4C29-83E8-B1024B5B47B5}" presName="oChild" presStyleLbl="fgAcc1" presStyleIdx="1" presStyleCnt="2" custLinFactX="-1231" custLinFactNeighborX="-100000" custLinFactNeighborY="-32521">
        <dgm:presLayoutVars>
          <dgm:bulletEnabled val="1"/>
        </dgm:presLayoutVars>
      </dgm:prSet>
      <dgm:spPr/>
      <dgm:t>
        <a:bodyPr/>
        <a:lstStyle/>
        <a:p>
          <a:endParaRPr lang="en-US"/>
        </a:p>
      </dgm:t>
    </dgm:pt>
  </dgm:ptLst>
  <dgm:cxnLst>
    <dgm:cxn modelId="{C9B47F77-1A0F-4DAC-BD85-60E38FC52545}" type="presOf" srcId="{C04BB70B-1772-4DDC-A590-2BBF80C52987}" destId="{F3D2A11A-2C6E-41C6-924A-6CA0C2C42EA2}" srcOrd="0" destOrd="0" presId="urn:microsoft.com/office/officeart/2005/8/layout/target2"/>
    <dgm:cxn modelId="{E694A476-43CF-46AF-8B99-BF251633CA7C}" srcId="{C04BB70B-1772-4DDC-A590-2BBF80C52987}" destId="{A46D00FD-27EE-4C29-83E8-B1024B5B47B5}" srcOrd="1" destOrd="0" parTransId="{218B3AE3-B271-4C79-A9AA-CE67EEEE1C07}" sibTransId="{E00E0257-13F0-442E-8DE8-5D37DC916497}"/>
    <dgm:cxn modelId="{91C3944E-AD06-49C8-A4FA-539DB990F0C7}" type="presOf" srcId="{A46D00FD-27EE-4C29-83E8-B1024B5B47B5}" destId="{BAD0A6EF-E363-45DF-9EC8-3C61E2A3DB01}" srcOrd="0" destOrd="0" presId="urn:microsoft.com/office/officeart/2005/8/layout/target2"/>
    <dgm:cxn modelId="{F1D8A8E4-7475-4696-BE06-6BFD23127020}" type="presOf" srcId="{173D1A89-7AF7-405B-826D-F82D5CA3ED02}" destId="{3853CCF2-AD59-4D41-9CBF-7B7EE574FA25}" srcOrd="0" destOrd="0" presId="urn:microsoft.com/office/officeart/2005/8/layout/target2"/>
    <dgm:cxn modelId="{388BB26A-E40B-4F6A-92B5-D011F966F075}" srcId="{C04BB70B-1772-4DDC-A590-2BBF80C52987}" destId="{173D1A89-7AF7-405B-826D-F82D5CA3ED02}" srcOrd="0" destOrd="0" parTransId="{D5787C56-32C8-4816-9F5E-94183EE8464C}" sibTransId="{D4798ABA-0E03-4180-8DDC-8289188AB91F}"/>
    <dgm:cxn modelId="{4749900E-8583-48DB-87D6-9C515B956CD4}" srcId="{ACA8DB9F-DAE1-4076-9701-E365723ACB51}" destId="{C04BB70B-1772-4DDC-A590-2BBF80C52987}" srcOrd="0" destOrd="0" parTransId="{58911E21-440C-47D6-9798-0462C6E71073}" sibTransId="{9CC386D0-A1EB-4BA1-AD19-4DD526FC8823}"/>
    <dgm:cxn modelId="{37B71C94-72B9-451B-BF6A-E7C7B421EA49}" type="presOf" srcId="{ACA8DB9F-DAE1-4076-9701-E365723ACB51}" destId="{21B434D6-E084-4911-803C-A078F4902604}" srcOrd="0" destOrd="0" presId="urn:microsoft.com/office/officeart/2005/8/layout/target2"/>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93D5F8A5-3B09-4033-AEB7-FC9656699987}" type="presParOf" srcId="{74696AAF-CB83-403C-820A-B41EDD34D469}" destId="{3853CCF2-AD59-4D41-9CBF-7B7EE574FA25}" srcOrd="0" destOrd="0" presId="urn:microsoft.com/office/officeart/2005/8/layout/target2"/>
    <dgm:cxn modelId="{0FD3AFA2-5ED4-4250-B4D7-335E2AE413E7}" type="presParOf" srcId="{74696AAF-CB83-403C-820A-B41EDD34D469}" destId="{3BEE9B49-8C88-4CA5-9FE9-1E4F9B0F151A}" srcOrd="1" destOrd="0" presId="urn:microsoft.com/office/officeart/2005/8/layout/target2"/>
    <dgm:cxn modelId="{A7D24BAD-5BD3-4CFF-BC51-7EA575BB3C1A}" type="presParOf" srcId="{74696AAF-CB83-403C-820A-B41EDD34D469}" destId="{BAD0A6EF-E363-45DF-9EC8-3C61E2A3DB01}" srcOrd="2" destOrd="0" presId="urn:microsoft.com/office/officeart/2005/8/layout/targe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A8DB9F-DAE1-4076-9701-E365723ACB51}"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3734EBF1-4154-47A9-BB8D-631D581D9A7C}">
      <dgm:prSet phldrT="[Text]" custT="1"/>
      <dgm:spPr>
        <a:solidFill>
          <a:schemeClr val="accent1">
            <a:lumMod val="75000"/>
            <a:alpha val="26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TIME</a:t>
          </a:r>
        </a:p>
        <a:p>
          <a:pPr algn="l"/>
          <a:r>
            <a:rPr lang="en-US" sz="1400" dirty="0" smtClean="0">
              <a:solidFill>
                <a:schemeClr val="tx1"/>
              </a:solidFill>
              <a:latin typeface="Courier New" panose="02070309020205020404" pitchFamily="49" charset="0"/>
              <a:cs typeface="Courier New" panose="02070309020205020404" pitchFamily="49" charset="0"/>
            </a:rPr>
            <a:t> HH:MM:SS</a:t>
          </a:r>
        </a:p>
        <a:p>
          <a:pPr algn="l"/>
          <a:r>
            <a:rPr lang="en-US" sz="1400" dirty="0" smtClean="0">
              <a:solidFill>
                <a:schemeClr val="tx1"/>
              </a:solidFill>
              <a:latin typeface="Courier New" panose="02070309020205020404" pitchFamily="49" charset="0"/>
              <a:cs typeface="Courier New" panose="02070309020205020404" pitchFamily="49" charset="0"/>
            </a:rPr>
            <a:t>-838:59:59 to 838:59:59</a:t>
          </a:r>
          <a:endParaRPr lang="en-US" sz="1400" dirty="0">
            <a:solidFill>
              <a:schemeClr val="tx1"/>
            </a:solidFill>
            <a:latin typeface="Courier New" panose="02070309020205020404" pitchFamily="49" charset="0"/>
            <a:cs typeface="Courier New" panose="02070309020205020404" pitchFamily="49" charset="0"/>
          </a:endParaRPr>
        </a:p>
      </dgm:t>
    </dgm:pt>
    <dgm:pt modelId="{9B88FFBF-C40B-46A7-8161-B675A8C30A42}" type="sibTrans" cxnId="{CF991D39-DB25-42AC-A926-3BC81892499C}">
      <dgm:prSet/>
      <dgm:spPr/>
      <dgm:t>
        <a:bodyPr/>
        <a:lstStyle/>
        <a:p>
          <a:endParaRPr lang="en-US"/>
        </a:p>
      </dgm:t>
    </dgm:pt>
    <dgm:pt modelId="{D5D190B2-7A01-450D-A1C6-4DA0277C915A}" type="parTrans" cxnId="{CF991D39-DB25-42AC-A926-3BC81892499C}">
      <dgm:prSet/>
      <dgm:spPr/>
      <dgm:t>
        <a:bodyPr/>
        <a:lstStyle/>
        <a:p>
          <a:endParaRPr lang="en-US"/>
        </a:p>
      </dgm:t>
    </dgm:pt>
    <dgm:pt modelId="{E3227878-9A03-4E81-822E-FFB465F506BD}">
      <dgm:prSet phldrT="[Text]" custT="1"/>
      <dgm:spPr>
        <a:solidFill>
          <a:schemeClr val="accent1">
            <a:lumMod val="75000"/>
            <a:alpha val="26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DATETIME</a:t>
          </a:r>
          <a:endParaRPr lang="en-US" sz="1400" dirty="0">
            <a:solidFill>
              <a:schemeClr val="tx1"/>
            </a:solidFill>
            <a:latin typeface="Courier New" panose="02070309020205020404" pitchFamily="49" charset="0"/>
            <a:cs typeface="Courier New" panose="02070309020205020404" pitchFamily="49" charset="0"/>
          </a:endParaRPr>
        </a:p>
      </dgm:t>
    </dgm:pt>
    <dgm:pt modelId="{EEB35D5C-BA7C-479C-963C-D6E1F99B33E0}" type="sibTrans" cxnId="{968F2879-8451-4237-86D0-36D298D98383}">
      <dgm:prSet/>
      <dgm:spPr/>
      <dgm:t>
        <a:bodyPr/>
        <a:lstStyle/>
        <a:p>
          <a:endParaRPr lang="en-US"/>
        </a:p>
      </dgm:t>
    </dgm:pt>
    <dgm:pt modelId="{348830ED-5E18-4CA9-B693-74FFE5645949}" type="parTrans" cxnId="{968F2879-8451-4237-86D0-36D298D98383}">
      <dgm:prSet/>
      <dgm:spPr/>
      <dgm:t>
        <a:bodyPr/>
        <a:lstStyle/>
        <a:p>
          <a:endParaRPr lang="en-US"/>
        </a:p>
      </dgm:t>
    </dgm:pt>
    <dgm:pt modelId="{25644B6B-B881-4A72-9ED9-F244EB63CAA1}">
      <dgm:prSet phldrT="[Text]" custT="1"/>
      <dgm:spPr>
        <a:solidFill>
          <a:schemeClr val="accent1">
            <a:lumMod val="75000"/>
            <a:alpha val="26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YYYY-MM-DD HH:MM:SS</a:t>
          </a:r>
          <a:endParaRPr lang="en-US" sz="1400" dirty="0">
            <a:solidFill>
              <a:schemeClr val="tx1"/>
            </a:solidFill>
            <a:latin typeface="Courier New" panose="02070309020205020404" pitchFamily="49" charset="0"/>
            <a:cs typeface="Courier New" panose="02070309020205020404" pitchFamily="49" charset="0"/>
          </a:endParaRPr>
        </a:p>
      </dgm:t>
    </dgm:pt>
    <dgm:pt modelId="{F6C4B433-99E6-4BBE-9578-A9DE9D4AA684}" type="sibTrans" cxnId="{1E9E79CE-6A57-4872-A7EC-F797E151D528}">
      <dgm:prSet/>
      <dgm:spPr/>
      <dgm:t>
        <a:bodyPr/>
        <a:lstStyle/>
        <a:p>
          <a:endParaRPr lang="en-US"/>
        </a:p>
      </dgm:t>
    </dgm:pt>
    <dgm:pt modelId="{80268411-C331-4413-B0F5-54E2A8F83500}" type="parTrans" cxnId="{1E9E79CE-6A57-4872-A7EC-F797E151D528}">
      <dgm:prSet/>
      <dgm:spPr/>
      <dgm:t>
        <a:bodyPr/>
        <a:lstStyle/>
        <a:p>
          <a:endParaRPr lang="en-US"/>
        </a:p>
      </dgm:t>
    </dgm:pt>
    <dgm:pt modelId="{4DA43583-079D-4E6C-97DF-9C702A1055E9}">
      <dgm:prSet phldrT="[Text]" custT="1"/>
      <dgm:spPr>
        <a:solidFill>
          <a:schemeClr val="accent1">
            <a:lumMod val="75000"/>
            <a:alpha val="26000"/>
          </a:schemeClr>
        </a:solidFill>
      </dgm:spPr>
      <dgm:t>
        <a:bodyPr/>
        <a:lstStyle/>
        <a:p>
          <a:pPr algn="l"/>
          <a:r>
            <a:rPr lang="en-US" sz="1400" dirty="0" smtClean="0">
              <a:solidFill>
                <a:schemeClr val="tx1"/>
              </a:solidFill>
              <a:latin typeface="Courier New" panose="02070309020205020404" pitchFamily="49" charset="0"/>
              <a:cs typeface="Courier New" panose="02070309020205020404" pitchFamily="49" charset="0"/>
            </a:rPr>
            <a:t>1000-01-01 00:00:00 to 9999-12-31 23:59:59</a:t>
          </a:r>
          <a:endParaRPr lang="en-US" sz="1400" dirty="0">
            <a:solidFill>
              <a:schemeClr val="tx1"/>
            </a:solidFill>
            <a:latin typeface="Courier New" panose="02070309020205020404" pitchFamily="49" charset="0"/>
            <a:cs typeface="Courier New" panose="02070309020205020404" pitchFamily="49" charset="0"/>
          </a:endParaRPr>
        </a:p>
      </dgm:t>
    </dgm:pt>
    <dgm:pt modelId="{88CCCF2C-C3F6-4442-B49B-97A342735A72}" type="sibTrans" cxnId="{C44C755E-844E-4723-B107-6D97497AE8B3}">
      <dgm:prSet/>
      <dgm:spPr/>
      <dgm:t>
        <a:bodyPr/>
        <a:lstStyle/>
        <a:p>
          <a:endParaRPr lang="en-US"/>
        </a:p>
      </dgm:t>
    </dgm:pt>
    <dgm:pt modelId="{7FA5BE5D-A041-4262-829A-18B3AAA562E1}" type="parTrans" cxnId="{C44C755E-844E-4723-B107-6D97497AE8B3}">
      <dgm:prSet/>
      <dgm:spPr/>
      <dgm:t>
        <a:bodyPr/>
        <a:lstStyle/>
        <a:p>
          <a:endParaRPr lang="en-US"/>
        </a:p>
      </dgm:t>
    </dgm:pt>
    <dgm:pt modelId="{C04BB70B-1772-4DDC-A590-2BBF80C52987}">
      <dgm:prSet phldrT="[Text]" custT="1"/>
      <dgm:spPr>
        <a:solidFill>
          <a:schemeClr val="bg1">
            <a:alpha val="13000"/>
          </a:schemeClr>
        </a:solidFill>
      </dgm:spPr>
      <dgm:t>
        <a:bodyPr/>
        <a:lstStyle/>
        <a:p>
          <a:r>
            <a:rPr lang="en-US" sz="1400" dirty="0" smtClean="0">
              <a:latin typeface="Courier New" panose="02070309020205020404" pitchFamily="49" charset="0"/>
              <a:cs typeface="Courier New" panose="02070309020205020404" pitchFamily="49" charset="0"/>
            </a:rPr>
            <a:t>Date Time</a:t>
          </a:r>
          <a:endParaRPr lang="en-US" sz="1400" dirty="0">
            <a:latin typeface="Courier New" panose="02070309020205020404" pitchFamily="49" charset="0"/>
            <a:cs typeface="Courier New" panose="02070309020205020404" pitchFamily="49" charset="0"/>
          </a:endParaRPr>
        </a:p>
      </dgm:t>
    </dgm:pt>
    <dgm:pt modelId="{9CC386D0-A1EB-4BA1-AD19-4DD526FC8823}" type="sibTrans" cxnId="{4749900E-8583-48DB-87D6-9C515B956CD4}">
      <dgm:prSet/>
      <dgm:spPr/>
      <dgm:t>
        <a:bodyPr/>
        <a:lstStyle/>
        <a:p>
          <a:endParaRPr lang="en-US" sz="1400"/>
        </a:p>
      </dgm:t>
    </dgm:pt>
    <dgm:pt modelId="{58911E21-440C-47D6-9798-0462C6E71073}" type="parTrans" cxnId="{4749900E-8583-48DB-87D6-9C515B956CD4}">
      <dgm:prSet/>
      <dgm:spPr/>
      <dgm:t>
        <a:bodyPr/>
        <a:lstStyle/>
        <a:p>
          <a:endParaRPr lang="en-US" sz="1400"/>
        </a:p>
      </dgm:t>
    </dgm:pt>
    <dgm:pt modelId="{21B434D6-E084-4911-803C-A078F4902604}" type="pres">
      <dgm:prSet presAssocID="{ACA8DB9F-DAE1-4076-9701-E365723ACB51}" presName="Name0" presStyleCnt="0">
        <dgm:presLayoutVars>
          <dgm:chMax val="3"/>
          <dgm:chPref val="1"/>
          <dgm:dir/>
          <dgm:animLvl val="lvl"/>
          <dgm:resizeHandles/>
        </dgm:presLayoutVars>
      </dgm:prSet>
      <dgm:spPr/>
      <dgm:t>
        <a:bodyPr/>
        <a:lstStyle/>
        <a:p>
          <a:endParaRPr lang="en-US"/>
        </a:p>
      </dgm:t>
    </dgm:pt>
    <dgm:pt modelId="{1CD7CD80-AE7B-4E85-9B83-2CCCFCCB25A6}" type="pres">
      <dgm:prSet presAssocID="{ACA8DB9F-DAE1-4076-9701-E365723ACB51}" presName="outerBox" presStyleCnt="0"/>
      <dgm:spPr/>
    </dgm:pt>
    <dgm:pt modelId="{F3D2A11A-2C6E-41C6-924A-6CA0C2C42EA2}" type="pres">
      <dgm:prSet presAssocID="{ACA8DB9F-DAE1-4076-9701-E365723ACB51}" presName="outerBoxParent" presStyleLbl="node1" presStyleIdx="0" presStyleCnt="1" custLinFactNeighborX="-5098" custLinFactNeighborY="1220"/>
      <dgm:spPr/>
      <dgm:t>
        <a:bodyPr/>
        <a:lstStyle/>
        <a:p>
          <a:endParaRPr lang="en-US"/>
        </a:p>
      </dgm:t>
    </dgm:pt>
    <dgm:pt modelId="{74696AAF-CB83-403C-820A-B41EDD34D469}" type="pres">
      <dgm:prSet presAssocID="{ACA8DB9F-DAE1-4076-9701-E365723ACB51}" presName="outerBoxChildren" presStyleCnt="0"/>
      <dgm:spPr/>
    </dgm:pt>
    <dgm:pt modelId="{018BFB6B-4146-471B-8276-22483747309E}" type="pres">
      <dgm:prSet presAssocID="{3734EBF1-4154-47A9-BB8D-631D581D9A7C}" presName="oChild" presStyleLbl="fgAcc1" presStyleIdx="0" presStyleCnt="2" custScaleY="130623" custLinFactNeighborX="72792" custLinFactNeighborY="6911">
        <dgm:presLayoutVars>
          <dgm:bulletEnabled val="1"/>
        </dgm:presLayoutVars>
      </dgm:prSet>
      <dgm:spPr/>
      <dgm:t>
        <a:bodyPr/>
        <a:lstStyle/>
        <a:p>
          <a:endParaRPr lang="en-US"/>
        </a:p>
      </dgm:t>
    </dgm:pt>
    <dgm:pt modelId="{7A3B31B0-5435-47E2-954E-3D192C9C161A}" type="pres">
      <dgm:prSet presAssocID="{9B88FFBF-C40B-46A7-8161-B675A8C30A42}" presName="outerSibTrans" presStyleCnt="0"/>
      <dgm:spPr/>
    </dgm:pt>
    <dgm:pt modelId="{81D3C750-0478-49CC-B5A8-1AC998E2D77B}" type="pres">
      <dgm:prSet presAssocID="{E3227878-9A03-4E81-822E-FFB465F506BD}" presName="oChild" presStyleLbl="fgAcc1" presStyleIdx="1" presStyleCnt="2" custScaleY="130623" custLinFactNeighborX="72792" custLinFactNeighborY="6911">
        <dgm:presLayoutVars>
          <dgm:bulletEnabled val="1"/>
        </dgm:presLayoutVars>
      </dgm:prSet>
      <dgm:spPr/>
      <dgm:t>
        <a:bodyPr/>
        <a:lstStyle/>
        <a:p>
          <a:endParaRPr lang="en-US"/>
        </a:p>
      </dgm:t>
    </dgm:pt>
  </dgm:ptLst>
  <dgm:cxnLst>
    <dgm:cxn modelId="{968F2879-8451-4237-86D0-36D298D98383}" srcId="{C04BB70B-1772-4DDC-A590-2BBF80C52987}" destId="{E3227878-9A03-4E81-822E-FFB465F506BD}" srcOrd="1" destOrd="0" parTransId="{348830ED-5E18-4CA9-B693-74FFE5645949}" sibTransId="{EEB35D5C-BA7C-479C-963C-D6E1F99B33E0}"/>
    <dgm:cxn modelId="{72D12480-7147-4220-9283-8DCF1943A51C}" type="presOf" srcId="{3734EBF1-4154-47A9-BB8D-631D581D9A7C}" destId="{018BFB6B-4146-471B-8276-22483747309E}" srcOrd="0" destOrd="0" presId="urn:microsoft.com/office/officeart/2005/8/layout/target2"/>
    <dgm:cxn modelId="{C9B47F77-1A0F-4DAC-BD85-60E38FC52545}" type="presOf" srcId="{C04BB70B-1772-4DDC-A590-2BBF80C52987}" destId="{F3D2A11A-2C6E-41C6-924A-6CA0C2C42EA2}" srcOrd="0" destOrd="0" presId="urn:microsoft.com/office/officeart/2005/8/layout/target2"/>
    <dgm:cxn modelId="{1E9E79CE-6A57-4872-A7EC-F797E151D528}" srcId="{E3227878-9A03-4E81-822E-FFB465F506BD}" destId="{25644B6B-B881-4A72-9ED9-F244EB63CAA1}" srcOrd="0" destOrd="0" parTransId="{80268411-C331-4413-B0F5-54E2A8F83500}" sibTransId="{F6C4B433-99E6-4BBE-9578-A9DE9D4AA684}"/>
    <dgm:cxn modelId="{8031AEE2-14F1-4673-BBD3-04EB5401A859}" type="presOf" srcId="{25644B6B-B881-4A72-9ED9-F244EB63CAA1}" destId="{81D3C750-0478-49CC-B5A8-1AC998E2D77B}" srcOrd="0" destOrd="1" presId="urn:microsoft.com/office/officeart/2005/8/layout/target2"/>
    <dgm:cxn modelId="{98F5B85B-8759-4AE9-AD25-6EDFFB0FA8A6}" type="presOf" srcId="{4DA43583-079D-4E6C-97DF-9C702A1055E9}" destId="{81D3C750-0478-49CC-B5A8-1AC998E2D77B}" srcOrd="0" destOrd="2" presId="urn:microsoft.com/office/officeart/2005/8/layout/target2"/>
    <dgm:cxn modelId="{4749900E-8583-48DB-87D6-9C515B956CD4}" srcId="{ACA8DB9F-DAE1-4076-9701-E365723ACB51}" destId="{C04BB70B-1772-4DDC-A590-2BBF80C52987}" srcOrd="0" destOrd="0" parTransId="{58911E21-440C-47D6-9798-0462C6E71073}" sibTransId="{9CC386D0-A1EB-4BA1-AD19-4DD526FC8823}"/>
    <dgm:cxn modelId="{CF991D39-DB25-42AC-A926-3BC81892499C}" srcId="{C04BB70B-1772-4DDC-A590-2BBF80C52987}" destId="{3734EBF1-4154-47A9-BB8D-631D581D9A7C}" srcOrd="0" destOrd="0" parTransId="{D5D190B2-7A01-450D-A1C6-4DA0277C915A}" sibTransId="{9B88FFBF-C40B-46A7-8161-B675A8C30A42}"/>
    <dgm:cxn modelId="{C44C755E-844E-4723-B107-6D97497AE8B3}" srcId="{E3227878-9A03-4E81-822E-FFB465F506BD}" destId="{4DA43583-079D-4E6C-97DF-9C702A1055E9}" srcOrd="1" destOrd="0" parTransId="{7FA5BE5D-A041-4262-829A-18B3AAA562E1}" sibTransId="{88CCCF2C-C3F6-4442-B49B-97A342735A72}"/>
    <dgm:cxn modelId="{37B71C94-72B9-451B-BF6A-E7C7B421EA49}" type="presOf" srcId="{ACA8DB9F-DAE1-4076-9701-E365723ACB51}" destId="{21B434D6-E084-4911-803C-A078F4902604}" srcOrd="0" destOrd="0" presId="urn:microsoft.com/office/officeart/2005/8/layout/target2"/>
    <dgm:cxn modelId="{FD49A095-0558-4C06-AE4A-E7D7D3BF7A6A}" type="presOf" srcId="{E3227878-9A03-4E81-822E-FFB465F506BD}" destId="{81D3C750-0478-49CC-B5A8-1AC998E2D77B}" srcOrd="0" destOrd="0" presId="urn:microsoft.com/office/officeart/2005/8/layout/target2"/>
    <dgm:cxn modelId="{D8B446F4-3006-474D-8A8C-CD24EBFD1B3A}" type="presParOf" srcId="{21B434D6-E084-4911-803C-A078F4902604}" destId="{1CD7CD80-AE7B-4E85-9B83-2CCCFCCB25A6}" srcOrd="0" destOrd="0" presId="urn:microsoft.com/office/officeart/2005/8/layout/target2"/>
    <dgm:cxn modelId="{605291C6-70E0-42A4-8220-6DBCA7CA9AAB}" type="presParOf" srcId="{1CD7CD80-AE7B-4E85-9B83-2CCCFCCB25A6}" destId="{F3D2A11A-2C6E-41C6-924A-6CA0C2C42EA2}" srcOrd="0" destOrd="0" presId="urn:microsoft.com/office/officeart/2005/8/layout/target2"/>
    <dgm:cxn modelId="{EA7A73CD-2867-4492-A529-5741C810A933}" type="presParOf" srcId="{1CD7CD80-AE7B-4E85-9B83-2CCCFCCB25A6}" destId="{74696AAF-CB83-403C-820A-B41EDD34D469}" srcOrd="1" destOrd="0" presId="urn:microsoft.com/office/officeart/2005/8/layout/target2"/>
    <dgm:cxn modelId="{9AE2C999-80EA-49C3-ADC7-E06C12BCCF7A}" type="presParOf" srcId="{74696AAF-CB83-403C-820A-B41EDD34D469}" destId="{018BFB6B-4146-471B-8276-22483747309E}" srcOrd="0" destOrd="0" presId="urn:microsoft.com/office/officeart/2005/8/layout/target2"/>
    <dgm:cxn modelId="{14F4CEB7-21C2-4B21-A51E-226745DF89A9}" type="presParOf" srcId="{74696AAF-CB83-403C-820A-B41EDD34D469}" destId="{7A3B31B0-5435-47E2-954E-3D192C9C161A}" srcOrd="1" destOrd="0" presId="urn:microsoft.com/office/officeart/2005/8/layout/target2"/>
    <dgm:cxn modelId="{ADDB34FC-320C-4D52-AEDF-F62D6E83C37E}" type="presParOf" srcId="{74696AAF-CB83-403C-820A-B41EDD34D469}" destId="{81D3C750-0478-49CC-B5A8-1AC998E2D77B}" srcOrd="2" destOrd="0" presId="urn:microsoft.com/office/officeart/2005/8/layout/targe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A0E6A7B-6487-41A1-8A53-7CBFB1CE3E2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81A2741F-26F8-4D3C-A660-3DEAE5F639EB}">
      <dgm:prSet phldrT="[Text]" custT="1"/>
      <dgm:spPr>
        <a:solidFill>
          <a:schemeClr val="accent1">
            <a:hueOff val="0"/>
            <a:satOff val="0"/>
            <a:lumOff val="0"/>
            <a:alpha val="30000"/>
          </a:schemeClr>
        </a:solidFill>
      </dgm:spPr>
      <dgm:t>
        <a:bodyPr/>
        <a:lstStyle/>
        <a:p>
          <a:r>
            <a:rPr lang="en-IN" sz="1400" smtClean="0">
              <a:latin typeface="Candara" panose="020E0502030303020204" pitchFamily="34" charset="0"/>
            </a:rPr>
            <a:t>DQL</a:t>
          </a:r>
          <a:endParaRPr lang="en-US" sz="1400" dirty="0">
            <a:latin typeface="Candara" panose="020E0502030303020204" pitchFamily="34" charset="0"/>
          </a:endParaRPr>
        </a:p>
      </dgm:t>
    </dgm:pt>
    <dgm:pt modelId="{AD8D595F-C049-4187-B1A8-C2E98602F049}" type="parTrans" cxnId="{E69366C5-DF1C-4AF4-B2ED-1294EAF2D5F9}">
      <dgm:prSet/>
      <dgm:spPr/>
      <dgm:t>
        <a:bodyPr/>
        <a:lstStyle/>
        <a:p>
          <a:endParaRPr lang="en-US" sz="1400">
            <a:latin typeface="Candara" panose="020E0502030303020204" pitchFamily="34" charset="0"/>
          </a:endParaRPr>
        </a:p>
      </dgm:t>
    </dgm:pt>
    <dgm:pt modelId="{A34C3C80-BB41-4E3B-A1A0-41D0D6AF8D7B}" type="sibTrans" cxnId="{E69366C5-DF1C-4AF4-B2ED-1294EAF2D5F9}">
      <dgm:prSet/>
      <dgm:spPr/>
      <dgm:t>
        <a:bodyPr/>
        <a:lstStyle/>
        <a:p>
          <a:endParaRPr lang="en-US" sz="1400">
            <a:latin typeface="Candara" panose="020E0502030303020204" pitchFamily="34" charset="0"/>
          </a:endParaRPr>
        </a:p>
      </dgm:t>
    </dgm:pt>
    <dgm:pt modelId="{00D309A0-D84C-477E-BDD1-813460CF7C48}">
      <dgm:prSet phldrT="[Text]" custT="1"/>
      <dgm:spPr>
        <a:solidFill>
          <a:schemeClr val="accent1">
            <a:hueOff val="0"/>
            <a:satOff val="0"/>
            <a:lumOff val="0"/>
            <a:alpha val="30000"/>
          </a:schemeClr>
        </a:solidFill>
      </dgm:spPr>
      <dgm:t>
        <a:bodyPr/>
        <a:lstStyle/>
        <a:p>
          <a:r>
            <a:rPr lang="en-IN" sz="1400" dirty="0" smtClean="0">
              <a:latin typeface="Candara" panose="020E0502030303020204" pitchFamily="34" charset="0"/>
            </a:rPr>
            <a:t>SELECT </a:t>
          </a:r>
          <a:endParaRPr lang="en-US" sz="1400" dirty="0">
            <a:latin typeface="Candara" panose="020E0502030303020204" pitchFamily="34" charset="0"/>
          </a:endParaRPr>
        </a:p>
      </dgm:t>
    </dgm:pt>
    <dgm:pt modelId="{7A168F65-C45F-4B10-85D4-C1D15E9F8345}" type="parTrans" cxnId="{FF3B1613-A392-4B59-B0E1-A0C1725AA61B}">
      <dgm:prSet custT="1"/>
      <dgm:spPr/>
      <dgm:t>
        <a:bodyPr/>
        <a:lstStyle/>
        <a:p>
          <a:endParaRPr lang="en-US" sz="1400">
            <a:latin typeface="Candara" panose="020E0502030303020204" pitchFamily="34" charset="0"/>
          </a:endParaRPr>
        </a:p>
      </dgm:t>
    </dgm:pt>
    <dgm:pt modelId="{A50121F4-7ADB-4228-AEF1-BE4DB107BF65}" type="sibTrans" cxnId="{FF3B1613-A392-4B59-B0E1-A0C1725AA61B}">
      <dgm:prSet/>
      <dgm:spPr/>
      <dgm:t>
        <a:bodyPr/>
        <a:lstStyle/>
        <a:p>
          <a:endParaRPr lang="en-US" sz="1400">
            <a:latin typeface="Candara" panose="020E0502030303020204" pitchFamily="34" charset="0"/>
          </a:endParaRPr>
        </a:p>
      </dgm:t>
    </dgm:pt>
    <dgm:pt modelId="{7DD3C30F-BF04-4FB7-B6F4-4C2C27ED3B18}">
      <dgm:prSet phldrT="[Text]" custT="1"/>
      <dgm:spPr>
        <a:solidFill>
          <a:schemeClr val="accent1">
            <a:hueOff val="0"/>
            <a:satOff val="0"/>
            <a:lumOff val="0"/>
            <a:alpha val="30000"/>
          </a:schemeClr>
        </a:solidFill>
      </dgm:spPr>
      <dgm:t>
        <a:bodyPr/>
        <a:lstStyle/>
        <a:p>
          <a:r>
            <a:rPr lang="en-IN" sz="1400" dirty="0" smtClean="0"/>
            <a:t>Retrieves data</a:t>
          </a:r>
          <a:endParaRPr lang="en-US" sz="1400" dirty="0">
            <a:latin typeface="Candara" panose="020E0502030303020204" pitchFamily="34" charset="0"/>
          </a:endParaRPr>
        </a:p>
      </dgm:t>
    </dgm:pt>
    <dgm:pt modelId="{D6E436AC-33EC-4CCB-98B6-4D22B3F55A53}" type="parTrans" cxnId="{3EC11948-E051-4C9D-9D95-F0CA1B45E67C}">
      <dgm:prSet/>
      <dgm:spPr/>
      <dgm:t>
        <a:bodyPr/>
        <a:lstStyle/>
        <a:p>
          <a:endParaRPr lang="en-US"/>
        </a:p>
      </dgm:t>
    </dgm:pt>
    <dgm:pt modelId="{EDDFFE34-4CD4-4287-8A48-53818FC4CE3B}" type="sibTrans" cxnId="{3EC11948-E051-4C9D-9D95-F0CA1B45E67C}">
      <dgm:prSet/>
      <dgm:spPr/>
      <dgm:t>
        <a:bodyPr/>
        <a:lstStyle/>
        <a:p>
          <a:endParaRPr lang="en-US"/>
        </a:p>
      </dgm:t>
    </dgm:pt>
    <dgm:pt modelId="{58C28DCB-16F3-4C7E-8501-B3A08D86C676}" type="pres">
      <dgm:prSet presAssocID="{5A0E6A7B-6487-41A1-8A53-7CBFB1CE3E20}" presName="diagram" presStyleCnt="0">
        <dgm:presLayoutVars>
          <dgm:chPref val="1"/>
          <dgm:dir/>
          <dgm:animOne val="branch"/>
          <dgm:animLvl val="lvl"/>
          <dgm:resizeHandles val="exact"/>
        </dgm:presLayoutVars>
      </dgm:prSet>
      <dgm:spPr/>
      <dgm:t>
        <a:bodyPr/>
        <a:lstStyle/>
        <a:p>
          <a:endParaRPr lang="en-US"/>
        </a:p>
      </dgm:t>
    </dgm:pt>
    <dgm:pt modelId="{0DF4DDFA-2AA3-4D79-B2E0-E6ADE528D09B}" type="pres">
      <dgm:prSet presAssocID="{81A2741F-26F8-4D3C-A660-3DEAE5F639EB}" presName="root1" presStyleCnt="0"/>
      <dgm:spPr/>
    </dgm:pt>
    <dgm:pt modelId="{302900EE-7B07-4D1C-BD56-4B79636F3F53}" type="pres">
      <dgm:prSet presAssocID="{81A2741F-26F8-4D3C-A660-3DEAE5F639EB}" presName="LevelOneTextNode" presStyleLbl="node0" presStyleIdx="0" presStyleCnt="1">
        <dgm:presLayoutVars>
          <dgm:chPref val="3"/>
        </dgm:presLayoutVars>
      </dgm:prSet>
      <dgm:spPr/>
      <dgm:t>
        <a:bodyPr/>
        <a:lstStyle/>
        <a:p>
          <a:endParaRPr lang="en-US"/>
        </a:p>
      </dgm:t>
    </dgm:pt>
    <dgm:pt modelId="{888BF960-2B42-4DE1-A033-3735F1BEE842}" type="pres">
      <dgm:prSet presAssocID="{81A2741F-26F8-4D3C-A660-3DEAE5F639EB}" presName="level2hierChild" presStyleCnt="0"/>
      <dgm:spPr/>
    </dgm:pt>
    <dgm:pt modelId="{91551773-6171-4992-B489-C93AA5572E6A}" type="pres">
      <dgm:prSet presAssocID="{7A168F65-C45F-4B10-85D4-C1D15E9F8345}" presName="conn2-1" presStyleLbl="parChTrans1D2" presStyleIdx="0" presStyleCnt="1"/>
      <dgm:spPr/>
      <dgm:t>
        <a:bodyPr/>
        <a:lstStyle/>
        <a:p>
          <a:endParaRPr lang="en-US"/>
        </a:p>
      </dgm:t>
    </dgm:pt>
    <dgm:pt modelId="{58CE5990-0D1B-4138-8CAA-B89A1E56C073}" type="pres">
      <dgm:prSet presAssocID="{7A168F65-C45F-4B10-85D4-C1D15E9F8345}" presName="connTx" presStyleLbl="parChTrans1D2" presStyleIdx="0" presStyleCnt="1"/>
      <dgm:spPr/>
      <dgm:t>
        <a:bodyPr/>
        <a:lstStyle/>
        <a:p>
          <a:endParaRPr lang="en-US"/>
        </a:p>
      </dgm:t>
    </dgm:pt>
    <dgm:pt modelId="{8E413355-8A46-4C14-8E64-D886199678A7}" type="pres">
      <dgm:prSet presAssocID="{00D309A0-D84C-477E-BDD1-813460CF7C48}" presName="root2" presStyleCnt="0"/>
      <dgm:spPr/>
    </dgm:pt>
    <dgm:pt modelId="{474F38FF-1D6D-4A45-A4EA-C3E5C01483D6}" type="pres">
      <dgm:prSet presAssocID="{00D309A0-D84C-477E-BDD1-813460CF7C48}" presName="LevelTwoTextNode" presStyleLbl="node2" presStyleIdx="0" presStyleCnt="1">
        <dgm:presLayoutVars>
          <dgm:chPref val="3"/>
        </dgm:presLayoutVars>
      </dgm:prSet>
      <dgm:spPr/>
      <dgm:t>
        <a:bodyPr/>
        <a:lstStyle/>
        <a:p>
          <a:endParaRPr lang="en-US"/>
        </a:p>
      </dgm:t>
    </dgm:pt>
    <dgm:pt modelId="{57A887E5-4BB0-4652-A06E-F0A796C99D38}" type="pres">
      <dgm:prSet presAssocID="{00D309A0-D84C-477E-BDD1-813460CF7C48}" presName="level3hierChild" presStyleCnt="0"/>
      <dgm:spPr/>
    </dgm:pt>
    <dgm:pt modelId="{2EB36F24-12BE-4A0B-8D32-B0C5DDA2CD93}" type="pres">
      <dgm:prSet presAssocID="{D6E436AC-33EC-4CCB-98B6-4D22B3F55A53}" presName="conn2-1" presStyleLbl="parChTrans1D3" presStyleIdx="0" presStyleCnt="1"/>
      <dgm:spPr/>
      <dgm:t>
        <a:bodyPr/>
        <a:lstStyle/>
        <a:p>
          <a:endParaRPr lang="en-US"/>
        </a:p>
      </dgm:t>
    </dgm:pt>
    <dgm:pt modelId="{6D53452D-32E0-471C-96E7-ADB82F6F81CE}" type="pres">
      <dgm:prSet presAssocID="{D6E436AC-33EC-4CCB-98B6-4D22B3F55A53}" presName="connTx" presStyleLbl="parChTrans1D3" presStyleIdx="0" presStyleCnt="1"/>
      <dgm:spPr/>
      <dgm:t>
        <a:bodyPr/>
        <a:lstStyle/>
        <a:p>
          <a:endParaRPr lang="en-US"/>
        </a:p>
      </dgm:t>
    </dgm:pt>
    <dgm:pt modelId="{D5F23BA0-EA38-4D14-8ED5-962E9AF2AB23}" type="pres">
      <dgm:prSet presAssocID="{7DD3C30F-BF04-4FB7-B6F4-4C2C27ED3B18}" presName="root2" presStyleCnt="0"/>
      <dgm:spPr/>
    </dgm:pt>
    <dgm:pt modelId="{443BAD9A-A555-4CDD-931F-32E60D24201F}" type="pres">
      <dgm:prSet presAssocID="{7DD3C30F-BF04-4FB7-B6F4-4C2C27ED3B18}" presName="LevelTwoTextNode" presStyleLbl="node3" presStyleIdx="0" presStyleCnt="1">
        <dgm:presLayoutVars>
          <dgm:chPref val="3"/>
        </dgm:presLayoutVars>
      </dgm:prSet>
      <dgm:spPr/>
      <dgm:t>
        <a:bodyPr/>
        <a:lstStyle/>
        <a:p>
          <a:endParaRPr lang="en-US"/>
        </a:p>
      </dgm:t>
    </dgm:pt>
    <dgm:pt modelId="{2D7D37E7-728F-4492-8CD1-470BDE274338}" type="pres">
      <dgm:prSet presAssocID="{7DD3C30F-BF04-4FB7-B6F4-4C2C27ED3B18}" presName="level3hierChild" presStyleCnt="0"/>
      <dgm:spPr/>
    </dgm:pt>
  </dgm:ptLst>
  <dgm:cxnLst>
    <dgm:cxn modelId="{12A42175-7B2C-40AB-9F14-0110B6737995}" type="presOf" srcId="{00D309A0-D84C-477E-BDD1-813460CF7C48}" destId="{474F38FF-1D6D-4A45-A4EA-C3E5C01483D6}" srcOrd="0" destOrd="0" presId="urn:microsoft.com/office/officeart/2005/8/layout/hierarchy2"/>
    <dgm:cxn modelId="{29C79533-EEC0-48A6-AAE8-AE89ECCA0550}" type="presOf" srcId="{7DD3C30F-BF04-4FB7-B6F4-4C2C27ED3B18}" destId="{443BAD9A-A555-4CDD-931F-32E60D24201F}" srcOrd="0" destOrd="0" presId="urn:microsoft.com/office/officeart/2005/8/layout/hierarchy2"/>
    <dgm:cxn modelId="{91D287FF-6C47-4BAF-BB04-2A510AE4E9FA}" type="presOf" srcId="{D6E436AC-33EC-4CCB-98B6-4D22B3F55A53}" destId="{6D53452D-32E0-471C-96E7-ADB82F6F81CE}" srcOrd="1" destOrd="0" presId="urn:microsoft.com/office/officeart/2005/8/layout/hierarchy2"/>
    <dgm:cxn modelId="{E2C6A87A-F482-4E19-B7AC-2CCF62EE103E}" type="presOf" srcId="{D6E436AC-33EC-4CCB-98B6-4D22B3F55A53}" destId="{2EB36F24-12BE-4A0B-8D32-B0C5DDA2CD93}" srcOrd="0" destOrd="0" presId="urn:microsoft.com/office/officeart/2005/8/layout/hierarchy2"/>
    <dgm:cxn modelId="{9BD2C2F8-B828-4BBD-B37E-F1115FF613E1}" type="presOf" srcId="{81A2741F-26F8-4D3C-A660-3DEAE5F639EB}" destId="{302900EE-7B07-4D1C-BD56-4B79636F3F53}" srcOrd="0" destOrd="0" presId="urn:microsoft.com/office/officeart/2005/8/layout/hierarchy2"/>
    <dgm:cxn modelId="{E4B2285E-0CC3-4653-A117-4EC0097D0CDE}" type="presOf" srcId="{7A168F65-C45F-4B10-85D4-C1D15E9F8345}" destId="{91551773-6171-4992-B489-C93AA5572E6A}" srcOrd="0" destOrd="0" presId="urn:microsoft.com/office/officeart/2005/8/layout/hierarchy2"/>
    <dgm:cxn modelId="{FF3B1613-A392-4B59-B0E1-A0C1725AA61B}" srcId="{81A2741F-26F8-4D3C-A660-3DEAE5F639EB}" destId="{00D309A0-D84C-477E-BDD1-813460CF7C48}" srcOrd="0" destOrd="0" parTransId="{7A168F65-C45F-4B10-85D4-C1D15E9F8345}" sibTransId="{A50121F4-7ADB-4228-AEF1-BE4DB107BF65}"/>
    <dgm:cxn modelId="{83CE1F31-B14B-44D1-B41A-8CF84510B21B}" type="presOf" srcId="{5A0E6A7B-6487-41A1-8A53-7CBFB1CE3E20}" destId="{58C28DCB-16F3-4C7E-8501-B3A08D86C676}" srcOrd="0" destOrd="0" presId="urn:microsoft.com/office/officeart/2005/8/layout/hierarchy2"/>
    <dgm:cxn modelId="{E69366C5-DF1C-4AF4-B2ED-1294EAF2D5F9}" srcId="{5A0E6A7B-6487-41A1-8A53-7CBFB1CE3E20}" destId="{81A2741F-26F8-4D3C-A660-3DEAE5F639EB}" srcOrd="0" destOrd="0" parTransId="{AD8D595F-C049-4187-B1A8-C2E98602F049}" sibTransId="{A34C3C80-BB41-4E3B-A1A0-41D0D6AF8D7B}"/>
    <dgm:cxn modelId="{91716805-11E7-4E26-B7A1-76BEF3BF1A73}" type="presOf" srcId="{7A168F65-C45F-4B10-85D4-C1D15E9F8345}" destId="{58CE5990-0D1B-4138-8CAA-B89A1E56C073}" srcOrd="1" destOrd="0" presId="urn:microsoft.com/office/officeart/2005/8/layout/hierarchy2"/>
    <dgm:cxn modelId="{3EC11948-E051-4C9D-9D95-F0CA1B45E67C}" srcId="{00D309A0-D84C-477E-BDD1-813460CF7C48}" destId="{7DD3C30F-BF04-4FB7-B6F4-4C2C27ED3B18}" srcOrd="0" destOrd="0" parTransId="{D6E436AC-33EC-4CCB-98B6-4D22B3F55A53}" sibTransId="{EDDFFE34-4CD4-4287-8A48-53818FC4CE3B}"/>
    <dgm:cxn modelId="{C2288A4F-9F4A-492F-8D65-93E8AC8B93BC}" type="presParOf" srcId="{58C28DCB-16F3-4C7E-8501-B3A08D86C676}" destId="{0DF4DDFA-2AA3-4D79-B2E0-E6ADE528D09B}" srcOrd="0" destOrd="0" presId="urn:microsoft.com/office/officeart/2005/8/layout/hierarchy2"/>
    <dgm:cxn modelId="{D70F7397-E790-4DCE-B0D9-8690AE5E7E03}" type="presParOf" srcId="{0DF4DDFA-2AA3-4D79-B2E0-E6ADE528D09B}" destId="{302900EE-7B07-4D1C-BD56-4B79636F3F53}" srcOrd="0" destOrd="0" presId="urn:microsoft.com/office/officeart/2005/8/layout/hierarchy2"/>
    <dgm:cxn modelId="{4431B5BB-E4BF-42D7-85BF-CCA153F71439}" type="presParOf" srcId="{0DF4DDFA-2AA3-4D79-B2E0-E6ADE528D09B}" destId="{888BF960-2B42-4DE1-A033-3735F1BEE842}" srcOrd="1" destOrd="0" presId="urn:microsoft.com/office/officeart/2005/8/layout/hierarchy2"/>
    <dgm:cxn modelId="{42088EC7-DBD2-45A9-A87B-DA31DA7982D6}" type="presParOf" srcId="{888BF960-2B42-4DE1-A033-3735F1BEE842}" destId="{91551773-6171-4992-B489-C93AA5572E6A}" srcOrd="0" destOrd="0" presId="urn:microsoft.com/office/officeart/2005/8/layout/hierarchy2"/>
    <dgm:cxn modelId="{E5EC1EF1-CAAF-427D-A573-83FCF3E6FFA3}" type="presParOf" srcId="{91551773-6171-4992-B489-C93AA5572E6A}" destId="{58CE5990-0D1B-4138-8CAA-B89A1E56C073}" srcOrd="0" destOrd="0" presId="urn:microsoft.com/office/officeart/2005/8/layout/hierarchy2"/>
    <dgm:cxn modelId="{2D3F9992-DACA-41BF-9C2B-85B643F1C783}" type="presParOf" srcId="{888BF960-2B42-4DE1-A033-3735F1BEE842}" destId="{8E413355-8A46-4C14-8E64-D886199678A7}" srcOrd="1" destOrd="0" presId="urn:microsoft.com/office/officeart/2005/8/layout/hierarchy2"/>
    <dgm:cxn modelId="{EBFE9BA2-D7FD-4C57-A312-A0F6651BD6D2}" type="presParOf" srcId="{8E413355-8A46-4C14-8E64-D886199678A7}" destId="{474F38FF-1D6D-4A45-A4EA-C3E5C01483D6}" srcOrd="0" destOrd="0" presId="urn:microsoft.com/office/officeart/2005/8/layout/hierarchy2"/>
    <dgm:cxn modelId="{F5BE6F87-43C4-4F54-89F9-A7A31640A521}" type="presParOf" srcId="{8E413355-8A46-4C14-8E64-D886199678A7}" destId="{57A887E5-4BB0-4652-A06E-F0A796C99D38}" srcOrd="1" destOrd="0" presId="urn:microsoft.com/office/officeart/2005/8/layout/hierarchy2"/>
    <dgm:cxn modelId="{6EBDF3E6-1AAB-44B3-AA06-D596FCF2E0D4}" type="presParOf" srcId="{57A887E5-4BB0-4652-A06E-F0A796C99D38}" destId="{2EB36F24-12BE-4A0B-8D32-B0C5DDA2CD93}" srcOrd="0" destOrd="0" presId="urn:microsoft.com/office/officeart/2005/8/layout/hierarchy2"/>
    <dgm:cxn modelId="{7792FEB3-72F8-475A-B697-636F5E4FDC33}" type="presParOf" srcId="{2EB36F24-12BE-4A0B-8D32-B0C5DDA2CD93}" destId="{6D53452D-32E0-471C-96E7-ADB82F6F81CE}" srcOrd="0" destOrd="0" presId="urn:microsoft.com/office/officeart/2005/8/layout/hierarchy2"/>
    <dgm:cxn modelId="{4600F6D3-5F19-429D-B965-CDB2F6303A9F}" type="presParOf" srcId="{57A887E5-4BB0-4652-A06E-F0A796C99D38}" destId="{D5F23BA0-EA38-4D14-8ED5-962E9AF2AB23}" srcOrd="1" destOrd="0" presId="urn:microsoft.com/office/officeart/2005/8/layout/hierarchy2"/>
    <dgm:cxn modelId="{835692C3-219F-4B27-B42E-7238D8AE939A}" type="presParOf" srcId="{D5F23BA0-EA38-4D14-8ED5-962E9AF2AB23}" destId="{443BAD9A-A555-4CDD-931F-32E60D24201F}" srcOrd="0" destOrd="0" presId="urn:microsoft.com/office/officeart/2005/8/layout/hierarchy2"/>
    <dgm:cxn modelId="{A9D58AA3-1907-48D0-AE5A-AB08447B072F}" type="presParOf" srcId="{D5F23BA0-EA38-4D14-8ED5-962E9AF2AB23}" destId="{2D7D37E7-728F-4492-8CD1-470BDE274338}"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728A304B-7905-4B6C-BB80-87C271D92266}"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EDC78A99-D40A-4070-97C2-02DC283834A5}">
      <dgm:prSet phldrT="[Text]" custT="1"/>
      <dgm:spPr>
        <a:solidFill>
          <a:schemeClr val="accent1">
            <a:hueOff val="0"/>
            <a:satOff val="0"/>
            <a:lumOff val="0"/>
            <a:alpha val="25000"/>
          </a:schemeClr>
        </a:solidFill>
      </dgm:spPr>
      <dgm:t>
        <a:bodyPr/>
        <a:lstStyle/>
        <a:p>
          <a:pPr algn="l"/>
          <a:r>
            <a:rPr lang="en-US" sz="1400" dirty="0" smtClean="0">
              <a:latin typeface="Candara" panose="020E0502030303020204" pitchFamily="34" charset="0"/>
            </a:rPr>
            <a:t>DML</a:t>
          </a:r>
          <a:endParaRPr lang="en-US" sz="1400" dirty="0">
            <a:latin typeface="Candara" panose="020E0502030303020204" pitchFamily="34" charset="0"/>
          </a:endParaRPr>
        </a:p>
      </dgm:t>
    </dgm:pt>
    <dgm:pt modelId="{2312A405-BB5C-4E58-8593-ED276D9CEF7C}" type="parTrans" cxnId="{A63CD9B7-BED3-4951-9D81-FFCBE3B3C940}">
      <dgm:prSet/>
      <dgm:spPr/>
      <dgm:t>
        <a:bodyPr/>
        <a:lstStyle/>
        <a:p>
          <a:endParaRPr lang="en-US" sz="1100">
            <a:latin typeface="Candara" panose="020E0502030303020204" pitchFamily="34" charset="0"/>
          </a:endParaRPr>
        </a:p>
      </dgm:t>
    </dgm:pt>
    <dgm:pt modelId="{B14BE83D-6FFD-4DB7-93E2-AC524299B6D2}" type="sibTrans" cxnId="{A63CD9B7-BED3-4951-9D81-FFCBE3B3C940}">
      <dgm:prSet/>
      <dgm:spPr/>
      <dgm:t>
        <a:bodyPr/>
        <a:lstStyle/>
        <a:p>
          <a:endParaRPr lang="en-US" sz="1100">
            <a:latin typeface="Candara" panose="020E0502030303020204" pitchFamily="34" charset="0"/>
          </a:endParaRPr>
        </a:p>
      </dgm:t>
    </dgm:pt>
    <dgm:pt modelId="{9FD83579-7CC6-4B42-B28A-537DEC8FBC22}">
      <dgm:prSet phldrT="[Text]" custT="1"/>
      <dgm:spPr>
        <a:solidFill>
          <a:schemeClr val="accent1">
            <a:hueOff val="0"/>
            <a:satOff val="0"/>
            <a:lumOff val="0"/>
            <a:alpha val="25000"/>
          </a:schemeClr>
        </a:solidFill>
      </dgm:spPr>
      <dgm:t>
        <a:bodyPr/>
        <a:lstStyle/>
        <a:p>
          <a:pPr algn="l"/>
          <a:r>
            <a:rPr lang="en-US" sz="1400" dirty="0" smtClean="0">
              <a:latin typeface="Candara" panose="020E0502030303020204" pitchFamily="34" charset="0"/>
            </a:rPr>
            <a:t>INSERT</a:t>
          </a:r>
          <a:endParaRPr lang="en-US" sz="1400" dirty="0">
            <a:latin typeface="Candara" panose="020E0502030303020204" pitchFamily="34" charset="0"/>
          </a:endParaRPr>
        </a:p>
      </dgm:t>
    </dgm:pt>
    <dgm:pt modelId="{FF2B99AF-7AC3-4E37-A7EC-8E42AA42C6EE}" type="parTrans" cxnId="{C894E994-28BB-4DB2-B1FB-3BA9BE3A68B9}">
      <dgm:prSet custT="1"/>
      <dgm:spPr/>
      <dgm:t>
        <a:bodyPr/>
        <a:lstStyle/>
        <a:p>
          <a:pPr algn="l"/>
          <a:endParaRPr lang="en-US" sz="1400">
            <a:latin typeface="Candara" panose="020E0502030303020204" pitchFamily="34" charset="0"/>
          </a:endParaRPr>
        </a:p>
      </dgm:t>
    </dgm:pt>
    <dgm:pt modelId="{530892A3-DE15-42E0-9A5A-B651C6385C81}" type="sibTrans" cxnId="{C894E994-28BB-4DB2-B1FB-3BA9BE3A68B9}">
      <dgm:prSet/>
      <dgm:spPr/>
      <dgm:t>
        <a:bodyPr/>
        <a:lstStyle/>
        <a:p>
          <a:endParaRPr lang="en-US" sz="1100">
            <a:latin typeface="Candara" panose="020E0502030303020204" pitchFamily="34" charset="0"/>
          </a:endParaRPr>
        </a:p>
      </dgm:t>
    </dgm:pt>
    <dgm:pt modelId="{41050EA2-2D3F-4449-9448-3447203EB313}">
      <dgm:prSet phldrT="[Text]" custT="1"/>
      <dgm:spPr>
        <a:solidFill>
          <a:schemeClr val="accent1">
            <a:hueOff val="0"/>
            <a:satOff val="0"/>
            <a:lumOff val="0"/>
            <a:alpha val="25000"/>
          </a:schemeClr>
        </a:solidFill>
      </dgm:spPr>
      <dgm:t>
        <a:bodyPr/>
        <a:lstStyle/>
        <a:p>
          <a:pPr algn="l"/>
          <a:r>
            <a:rPr lang="en-US" sz="1400" dirty="0" smtClean="0">
              <a:latin typeface="Candara" panose="020E0502030303020204" pitchFamily="34" charset="0"/>
            </a:rPr>
            <a:t>UPDATE</a:t>
          </a:r>
          <a:endParaRPr lang="en-US" sz="1400" dirty="0">
            <a:latin typeface="Candara" panose="020E0502030303020204" pitchFamily="34" charset="0"/>
          </a:endParaRPr>
        </a:p>
      </dgm:t>
    </dgm:pt>
    <dgm:pt modelId="{62E07C53-331B-4741-B83E-D77C91E2295C}" type="parTrans" cxnId="{5AFA46DF-A2C3-4285-9313-8A17B77EA527}">
      <dgm:prSet custT="1"/>
      <dgm:spPr/>
      <dgm:t>
        <a:bodyPr/>
        <a:lstStyle/>
        <a:p>
          <a:pPr algn="l"/>
          <a:endParaRPr lang="en-US" sz="1400">
            <a:latin typeface="Candara" panose="020E0502030303020204" pitchFamily="34" charset="0"/>
          </a:endParaRPr>
        </a:p>
      </dgm:t>
    </dgm:pt>
    <dgm:pt modelId="{419D4F62-DE5E-4744-95A2-2449717EAD0B}" type="sibTrans" cxnId="{5AFA46DF-A2C3-4285-9313-8A17B77EA527}">
      <dgm:prSet/>
      <dgm:spPr/>
      <dgm:t>
        <a:bodyPr/>
        <a:lstStyle/>
        <a:p>
          <a:endParaRPr lang="en-US" sz="1100">
            <a:latin typeface="Candara" panose="020E0502030303020204" pitchFamily="34" charset="0"/>
          </a:endParaRPr>
        </a:p>
      </dgm:t>
    </dgm:pt>
    <dgm:pt modelId="{0789BA8A-44D9-4CEE-93C9-18E5C4F6FF86}">
      <dgm:prSet phldrT="[Text]" custT="1"/>
      <dgm:spPr>
        <a:solidFill>
          <a:schemeClr val="accent1">
            <a:hueOff val="0"/>
            <a:satOff val="0"/>
            <a:lumOff val="0"/>
            <a:alpha val="25000"/>
          </a:schemeClr>
        </a:solidFill>
      </dgm:spPr>
      <dgm:t>
        <a:bodyPr/>
        <a:lstStyle/>
        <a:p>
          <a:pPr algn="l"/>
          <a:r>
            <a:rPr lang="en-US" sz="1400" dirty="0" smtClean="0">
              <a:latin typeface="Candara" panose="020E0502030303020204" pitchFamily="34" charset="0"/>
            </a:rPr>
            <a:t>DELETE</a:t>
          </a:r>
          <a:endParaRPr lang="en-US" sz="1400" dirty="0">
            <a:latin typeface="Candara" panose="020E0502030303020204" pitchFamily="34" charset="0"/>
          </a:endParaRPr>
        </a:p>
      </dgm:t>
    </dgm:pt>
    <dgm:pt modelId="{E17A55BE-7653-4FE2-A791-C046C76404CF}" type="parTrans" cxnId="{FEDC8F89-9033-4271-9F8B-205C6A58C1CA}">
      <dgm:prSet custT="1"/>
      <dgm:spPr/>
      <dgm:t>
        <a:bodyPr/>
        <a:lstStyle/>
        <a:p>
          <a:pPr algn="l"/>
          <a:endParaRPr lang="en-US" sz="1400">
            <a:latin typeface="Candara" panose="020E0502030303020204" pitchFamily="34" charset="0"/>
          </a:endParaRPr>
        </a:p>
      </dgm:t>
    </dgm:pt>
    <dgm:pt modelId="{921ACD60-0DAF-4D00-9070-2AB3785CED58}" type="sibTrans" cxnId="{FEDC8F89-9033-4271-9F8B-205C6A58C1CA}">
      <dgm:prSet/>
      <dgm:spPr/>
      <dgm:t>
        <a:bodyPr/>
        <a:lstStyle/>
        <a:p>
          <a:endParaRPr lang="en-US" sz="1100">
            <a:latin typeface="Candara" panose="020E0502030303020204" pitchFamily="34" charset="0"/>
          </a:endParaRPr>
        </a:p>
      </dgm:t>
    </dgm:pt>
    <dgm:pt modelId="{06E8BA85-DC22-403A-8F97-CE517D980F4A}">
      <dgm:prSet phldrT="[Text]" custT="1"/>
      <dgm:spPr>
        <a:solidFill>
          <a:schemeClr val="accent1">
            <a:hueOff val="0"/>
            <a:satOff val="0"/>
            <a:lumOff val="0"/>
            <a:alpha val="25000"/>
          </a:schemeClr>
        </a:solidFill>
      </dgm:spPr>
      <dgm:t>
        <a:bodyPr/>
        <a:lstStyle/>
        <a:p>
          <a:pPr algn="l"/>
          <a:r>
            <a:rPr lang="en-IN" sz="1400" dirty="0" smtClean="0">
              <a:latin typeface="Candara" panose="020E0502030303020204" pitchFamily="34" charset="0"/>
            </a:rPr>
            <a:t>Adds new rows </a:t>
          </a:r>
          <a:endParaRPr lang="en-US" sz="1400" dirty="0">
            <a:latin typeface="Candara" panose="020E0502030303020204" pitchFamily="34" charset="0"/>
          </a:endParaRPr>
        </a:p>
      </dgm:t>
    </dgm:pt>
    <dgm:pt modelId="{A5E0FB8D-11E3-4346-82AF-B942F37E75FD}" type="parTrans" cxnId="{33FB336B-B71C-415C-81DD-86F2BBDEF1FF}">
      <dgm:prSet custT="1"/>
      <dgm:spPr/>
      <dgm:t>
        <a:bodyPr/>
        <a:lstStyle/>
        <a:p>
          <a:pPr algn="l"/>
          <a:endParaRPr lang="en-US" sz="1400">
            <a:latin typeface="Candara" panose="020E0502030303020204" pitchFamily="34" charset="0"/>
          </a:endParaRPr>
        </a:p>
      </dgm:t>
    </dgm:pt>
    <dgm:pt modelId="{FCDCBB81-F9F8-4376-8115-2FE691B7E13B}" type="sibTrans" cxnId="{33FB336B-B71C-415C-81DD-86F2BBDEF1FF}">
      <dgm:prSet/>
      <dgm:spPr/>
      <dgm:t>
        <a:bodyPr/>
        <a:lstStyle/>
        <a:p>
          <a:endParaRPr lang="en-US"/>
        </a:p>
      </dgm:t>
    </dgm:pt>
    <dgm:pt modelId="{80439D15-35D2-47B9-A34A-D3BB0260392A}">
      <dgm:prSet phldrT="[Text]" custT="1"/>
      <dgm:spPr>
        <a:solidFill>
          <a:schemeClr val="accent1">
            <a:hueOff val="0"/>
            <a:satOff val="0"/>
            <a:lumOff val="0"/>
            <a:alpha val="25000"/>
          </a:schemeClr>
        </a:solidFill>
      </dgm:spPr>
      <dgm:t>
        <a:bodyPr/>
        <a:lstStyle/>
        <a:p>
          <a:pPr algn="l"/>
          <a:r>
            <a:rPr lang="en-IN" sz="1400" dirty="0" smtClean="0">
              <a:latin typeface="Candara" panose="020E0502030303020204" pitchFamily="34" charset="0"/>
            </a:rPr>
            <a:t>Modifies existing data within a table</a:t>
          </a:r>
          <a:endParaRPr lang="en-US" sz="1400" dirty="0">
            <a:latin typeface="Candara" panose="020E0502030303020204" pitchFamily="34" charset="0"/>
          </a:endParaRPr>
        </a:p>
      </dgm:t>
    </dgm:pt>
    <dgm:pt modelId="{E00B84F5-7229-44A6-84BB-3F8F57E58E15}" type="parTrans" cxnId="{1E709DCF-15FA-4514-9223-B1AD175773C0}">
      <dgm:prSet custT="1"/>
      <dgm:spPr/>
      <dgm:t>
        <a:bodyPr/>
        <a:lstStyle/>
        <a:p>
          <a:pPr algn="l"/>
          <a:endParaRPr lang="en-US" sz="1400">
            <a:latin typeface="Candara" panose="020E0502030303020204" pitchFamily="34" charset="0"/>
          </a:endParaRPr>
        </a:p>
      </dgm:t>
    </dgm:pt>
    <dgm:pt modelId="{EEDF3928-A451-4F03-B17E-B40A0628B8BE}" type="sibTrans" cxnId="{1E709DCF-15FA-4514-9223-B1AD175773C0}">
      <dgm:prSet/>
      <dgm:spPr/>
      <dgm:t>
        <a:bodyPr/>
        <a:lstStyle/>
        <a:p>
          <a:endParaRPr lang="en-US"/>
        </a:p>
      </dgm:t>
    </dgm:pt>
    <dgm:pt modelId="{3E95EC02-8F3E-498F-8621-C8533540A30B}">
      <dgm:prSet phldrT="[Text]" custT="1"/>
      <dgm:spPr>
        <a:solidFill>
          <a:schemeClr val="accent1">
            <a:hueOff val="0"/>
            <a:satOff val="0"/>
            <a:lumOff val="0"/>
            <a:alpha val="25000"/>
          </a:schemeClr>
        </a:solidFill>
      </dgm:spPr>
      <dgm:t>
        <a:bodyPr/>
        <a:lstStyle/>
        <a:p>
          <a:pPr algn="l"/>
          <a:r>
            <a:rPr lang="en-IN" sz="1400" smtClean="0">
              <a:latin typeface="Candara" panose="020E0502030303020204" pitchFamily="34" charset="0"/>
            </a:rPr>
            <a:t>Removes rows from a table. </a:t>
          </a:r>
          <a:endParaRPr lang="en-US" sz="1400" dirty="0">
            <a:latin typeface="Candara" panose="020E0502030303020204" pitchFamily="34" charset="0"/>
          </a:endParaRPr>
        </a:p>
      </dgm:t>
    </dgm:pt>
    <dgm:pt modelId="{0BC67847-F31B-42B6-A631-FEE73EDA5885}" type="parTrans" cxnId="{2C52BF91-88C5-4A86-AD7F-AD12EF8C3328}">
      <dgm:prSet custT="1"/>
      <dgm:spPr/>
      <dgm:t>
        <a:bodyPr/>
        <a:lstStyle/>
        <a:p>
          <a:pPr algn="l"/>
          <a:endParaRPr lang="en-US" sz="1400">
            <a:latin typeface="Candara" panose="020E0502030303020204" pitchFamily="34" charset="0"/>
          </a:endParaRPr>
        </a:p>
      </dgm:t>
    </dgm:pt>
    <dgm:pt modelId="{57CF473F-AD4D-4DBE-98A7-355CE31E4280}" type="sibTrans" cxnId="{2C52BF91-88C5-4A86-AD7F-AD12EF8C3328}">
      <dgm:prSet/>
      <dgm:spPr/>
      <dgm:t>
        <a:bodyPr/>
        <a:lstStyle/>
        <a:p>
          <a:endParaRPr lang="en-US"/>
        </a:p>
      </dgm:t>
    </dgm:pt>
    <dgm:pt modelId="{E11C5C42-2A95-49B9-9248-C76940C2273B}" type="pres">
      <dgm:prSet presAssocID="{728A304B-7905-4B6C-BB80-87C271D92266}" presName="mainComposite" presStyleCnt="0">
        <dgm:presLayoutVars>
          <dgm:chPref val="1"/>
          <dgm:dir/>
          <dgm:animOne val="branch"/>
          <dgm:animLvl val="lvl"/>
          <dgm:resizeHandles val="exact"/>
        </dgm:presLayoutVars>
      </dgm:prSet>
      <dgm:spPr/>
      <dgm:t>
        <a:bodyPr/>
        <a:lstStyle/>
        <a:p>
          <a:endParaRPr lang="en-US"/>
        </a:p>
      </dgm:t>
    </dgm:pt>
    <dgm:pt modelId="{86350989-6D24-42D8-A44D-A4014D55B049}" type="pres">
      <dgm:prSet presAssocID="{728A304B-7905-4B6C-BB80-87C271D92266}" presName="hierFlow" presStyleCnt="0"/>
      <dgm:spPr/>
    </dgm:pt>
    <dgm:pt modelId="{8B259365-3E97-4BB8-874A-0CC6C2A8BC2A}" type="pres">
      <dgm:prSet presAssocID="{728A304B-7905-4B6C-BB80-87C271D92266}" presName="hierChild1" presStyleCnt="0">
        <dgm:presLayoutVars>
          <dgm:chPref val="1"/>
          <dgm:animOne val="branch"/>
          <dgm:animLvl val="lvl"/>
        </dgm:presLayoutVars>
      </dgm:prSet>
      <dgm:spPr/>
    </dgm:pt>
    <dgm:pt modelId="{08D0FDC7-386F-4214-AC3D-16EFE7A55146}" type="pres">
      <dgm:prSet presAssocID="{EDC78A99-D40A-4070-97C2-02DC283834A5}" presName="Name17" presStyleCnt="0"/>
      <dgm:spPr/>
    </dgm:pt>
    <dgm:pt modelId="{3894083E-F76C-4377-96D5-5DB4500E31CB}" type="pres">
      <dgm:prSet presAssocID="{EDC78A99-D40A-4070-97C2-02DC283834A5}" presName="level1Shape" presStyleLbl="node0" presStyleIdx="0" presStyleCnt="1" custScaleY="126270" custLinFactNeighborX="-114" custLinFactNeighborY="6231">
        <dgm:presLayoutVars>
          <dgm:chPref val="3"/>
        </dgm:presLayoutVars>
      </dgm:prSet>
      <dgm:spPr/>
      <dgm:t>
        <a:bodyPr/>
        <a:lstStyle/>
        <a:p>
          <a:endParaRPr lang="en-US"/>
        </a:p>
      </dgm:t>
    </dgm:pt>
    <dgm:pt modelId="{700DF23F-D9B1-4ABB-8199-F4396B194FEE}" type="pres">
      <dgm:prSet presAssocID="{EDC78A99-D40A-4070-97C2-02DC283834A5}" presName="hierChild2" presStyleCnt="0"/>
      <dgm:spPr/>
    </dgm:pt>
    <dgm:pt modelId="{DD58097F-AEA4-43A4-AAA0-84EBE9F67DC2}" type="pres">
      <dgm:prSet presAssocID="{FF2B99AF-7AC3-4E37-A7EC-8E42AA42C6EE}" presName="Name25" presStyleLbl="parChTrans1D2" presStyleIdx="0" presStyleCnt="3" custScaleY="126270"/>
      <dgm:spPr/>
      <dgm:t>
        <a:bodyPr/>
        <a:lstStyle/>
        <a:p>
          <a:endParaRPr lang="en-US"/>
        </a:p>
      </dgm:t>
    </dgm:pt>
    <dgm:pt modelId="{83D8493A-5FAC-47E7-8372-A01D068E45FE}" type="pres">
      <dgm:prSet presAssocID="{FF2B99AF-7AC3-4E37-A7EC-8E42AA42C6EE}" presName="connTx" presStyleLbl="parChTrans1D2" presStyleIdx="0" presStyleCnt="3"/>
      <dgm:spPr/>
      <dgm:t>
        <a:bodyPr/>
        <a:lstStyle/>
        <a:p>
          <a:endParaRPr lang="en-US"/>
        </a:p>
      </dgm:t>
    </dgm:pt>
    <dgm:pt modelId="{D6CBC0C0-E555-472F-BA59-6C55E21866DF}" type="pres">
      <dgm:prSet presAssocID="{9FD83579-7CC6-4B42-B28A-537DEC8FBC22}" presName="Name30" presStyleCnt="0"/>
      <dgm:spPr/>
    </dgm:pt>
    <dgm:pt modelId="{B8CAED4E-CBD9-4329-A29D-8F780145267F}" type="pres">
      <dgm:prSet presAssocID="{9FD83579-7CC6-4B42-B28A-537DEC8FBC22}" presName="level2Shape" presStyleLbl="node2" presStyleIdx="0" presStyleCnt="3" custScaleY="126270" custLinFactNeighborX="-114" custLinFactNeighborY="6231"/>
      <dgm:spPr/>
      <dgm:t>
        <a:bodyPr/>
        <a:lstStyle/>
        <a:p>
          <a:endParaRPr lang="en-US"/>
        </a:p>
      </dgm:t>
    </dgm:pt>
    <dgm:pt modelId="{7B0DBB44-E72B-47E0-988B-A609B7E55E1A}" type="pres">
      <dgm:prSet presAssocID="{9FD83579-7CC6-4B42-B28A-537DEC8FBC22}" presName="hierChild3" presStyleCnt="0"/>
      <dgm:spPr/>
    </dgm:pt>
    <dgm:pt modelId="{607DF248-79AF-4ACD-BBC6-B9798194FD77}" type="pres">
      <dgm:prSet presAssocID="{A5E0FB8D-11E3-4346-82AF-B942F37E75FD}" presName="Name25" presStyleLbl="parChTrans1D3" presStyleIdx="0" presStyleCnt="3" custScaleY="126270"/>
      <dgm:spPr/>
      <dgm:t>
        <a:bodyPr/>
        <a:lstStyle/>
        <a:p>
          <a:endParaRPr lang="en-US"/>
        </a:p>
      </dgm:t>
    </dgm:pt>
    <dgm:pt modelId="{688BC221-9E6D-4D72-A837-CD5227740E4E}" type="pres">
      <dgm:prSet presAssocID="{A5E0FB8D-11E3-4346-82AF-B942F37E75FD}" presName="connTx" presStyleLbl="parChTrans1D3" presStyleIdx="0" presStyleCnt="3"/>
      <dgm:spPr/>
      <dgm:t>
        <a:bodyPr/>
        <a:lstStyle/>
        <a:p>
          <a:endParaRPr lang="en-US"/>
        </a:p>
      </dgm:t>
    </dgm:pt>
    <dgm:pt modelId="{8961AD83-D03A-47BC-9053-2EDA0F8A59E6}" type="pres">
      <dgm:prSet presAssocID="{06E8BA85-DC22-403A-8F97-CE517D980F4A}" presName="Name30" presStyleCnt="0"/>
      <dgm:spPr/>
    </dgm:pt>
    <dgm:pt modelId="{E06B4DEB-F7BE-4E44-808C-CA4DD38AB1C7}" type="pres">
      <dgm:prSet presAssocID="{06E8BA85-DC22-403A-8F97-CE517D980F4A}" presName="level2Shape" presStyleLbl="node3" presStyleIdx="0" presStyleCnt="3" custScaleX="488867" custScaleY="126270" custLinFactNeighborY="-161"/>
      <dgm:spPr/>
      <dgm:t>
        <a:bodyPr/>
        <a:lstStyle/>
        <a:p>
          <a:endParaRPr lang="en-US"/>
        </a:p>
      </dgm:t>
    </dgm:pt>
    <dgm:pt modelId="{DDD3E6CE-B8F0-469C-BC82-E1C2FB0CEF57}" type="pres">
      <dgm:prSet presAssocID="{06E8BA85-DC22-403A-8F97-CE517D980F4A}" presName="hierChild3" presStyleCnt="0"/>
      <dgm:spPr/>
    </dgm:pt>
    <dgm:pt modelId="{B3571DA7-5F58-4A07-9DEC-2B45396C29AE}" type="pres">
      <dgm:prSet presAssocID="{62E07C53-331B-4741-B83E-D77C91E2295C}" presName="Name25" presStyleLbl="parChTrans1D2" presStyleIdx="1" presStyleCnt="3" custScaleY="126270"/>
      <dgm:spPr/>
      <dgm:t>
        <a:bodyPr/>
        <a:lstStyle/>
        <a:p>
          <a:endParaRPr lang="en-US"/>
        </a:p>
      </dgm:t>
    </dgm:pt>
    <dgm:pt modelId="{DD0F51CC-0F49-40DE-9256-153D168AE525}" type="pres">
      <dgm:prSet presAssocID="{62E07C53-331B-4741-B83E-D77C91E2295C}" presName="connTx" presStyleLbl="parChTrans1D2" presStyleIdx="1" presStyleCnt="3"/>
      <dgm:spPr/>
      <dgm:t>
        <a:bodyPr/>
        <a:lstStyle/>
        <a:p>
          <a:endParaRPr lang="en-US"/>
        </a:p>
      </dgm:t>
    </dgm:pt>
    <dgm:pt modelId="{412AE84B-1E4D-4C10-AAEC-D346BF2E75D9}" type="pres">
      <dgm:prSet presAssocID="{41050EA2-2D3F-4449-9448-3447203EB313}" presName="Name30" presStyleCnt="0"/>
      <dgm:spPr/>
    </dgm:pt>
    <dgm:pt modelId="{618505C9-AEC6-402A-B4E8-F151DA9B8782}" type="pres">
      <dgm:prSet presAssocID="{41050EA2-2D3F-4449-9448-3447203EB313}" presName="level2Shape" presStyleLbl="node2" presStyleIdx="1" presStyleCnt="3" custScaleY="126270" custLinFactNeighborX="-114" custLinFactNeighborY="6231"/>
      <dgm:spPr/>
      <dgm:t>
        <a:bodyPr/>
        <a:lstStyle/>
        <a:p>
          <a:endParaRPr lang="en-US"/>
        </a:p>
      </dgm:t>
    </dgm:pt>
    <dgm:pt modelId="{68FD3042-6F39-469E-A979-0CA7B4589F88}" type="pres">
      <dgm:prSet presAssocID="{41050EA2-2D3F-4449-9448-3447203EB313}" presName="hierChild3" presStyleCnt="0"/>
      <dgm:spPr/>
    </dgm:pt>
    <dgm:pt modelId="{D7CFF03D-65D2-4DBE-BD8E-C1C76B2FBD6C}" type="pres">
      <dgm:prSet presAssocID="{E00B84F5-7229-44A6-84BB-3F8F57E58E15}" presName="Name25" presStyleLbl="parChTrans1D3" presStyleIdx="1" presStyleCnt="3" custScaleY="126270"/>
      <dgm:spPr/>
      <dgm:t>
        <a:bodyPr/>
        <a:lstStyle/>
        <a:p>
          <a:endParaRPr lang="en-US"/>
        </a:p>
      </dgm:t>
    </dgm:pt>
    <dgm:pt modelId="{01226A7E-B580-4DCB-8EE7-3FB49EE8E67C}" type="pres">
      <dgm:prSet presAssocID="{E00B84F5-7229-44A6-84BB-3F8F57E58E15}" presName="connTx" presStyleLbl="parChTrans1D3" presStyleIdx="1" presStyleCnt="3"/>
      <dgm:spPr/>
      <dgm:t>
        <a:bodyPr/>
        <a:lstStyle/>
        <a:p>
          <a:endParaRPr lang="en-US"/>
        </a:p>
      </dgm:t>
    </dgm:pt>
    <dgm:pt modelId="{E04C173B-C868-49D5-8C3A-90FD8312EB65}" type="pres">
      <dgm:prSet presAssocID="{80439D15-35D2-47B9-A34A-D3BB0260392A}" presName="Name30" presStyleCnt="0"/>
      <dgm:spPr/>
    </dgm:pt>
    <dgm:pt modelId="{72E910C6-5C60-480F-8FC3-611871EA1025}" type="pres">
      <dgm:prSet presAssocID="{80439D15-35D2-47B9-A34A-D3BB0260392A}" presName="level2Shape" presStyleLbl="node3" presStyleIdx="1" presStyleCnt="3" custScaleX="488867" custScaleY="126270" custLinFactNeighborY="-161"/>
      <dgm:spPr/>
      <dgm:t>
        <a:bodyPr/>
        <a:lstStyle/>
        <a:p>
          <a:endParaRPr lang="en-US"/>
        </a:p>
      </dgm:t>
    </dgm:pt>
    <dgm:pt modelId="{83E0453F-C9D0-4B0E-BECB-699EF4334BFE}" type="pres">
      <dgm:prSet presAssocID="{80439D15-35D2-47B9-A34A-D3BB0260392A}" presName="hierChild3" presStyleCnt="0"/>
      <dgm:spPr/>
    </dgm:pt>
    <dgm:pt modelId="{7A0E3C7A-D61A-4EC8-AA3A-0FA459D5F6CE}" type="pres">
      <dgm:prSet presAssocID="{E17A55BE-7653-4FE2-A791-C046C76404CF}" presName="Name25" presStyleLbl="parChTrans1D2" presStyleIdx="2" presStyleCnt="3" custScaleY="126270"/>
      <dgm:spPr/>
      <dgm:t>
        <a:bodyPr/>
        <a:lstStyle/>
        <a:p>
          <a:endParaRPr lang="en-US"/>
        </a:p>
      </dgm:t>
    </dgm:pt>
    <dgm:pt modelId="{B5306C45-F15B-475C-B9E8-B8D56CA89D41}" type="pres">
      <dgm:prSet presAssocID="{E17A55BE-7653-4FE2-A791-C046C76404CF}" presName="connTx" presStyleLbl="parChTrans1D2" presStyleIdx="2" presStyleCnt="3"/>
      <dgm:spPr/>
      <dgm:t>
        <a:bodyPr/>
        <a:lstStyle/>
        <a:p>
          <a:endParaRPr lang="en-US"/>
        </a:p>
      </dgm:t>
    </dgm:pt>
    <dgm:pt modelId="{573F7126-4C77-466A-BB85-9418CB2AFE13}" type="pres">
      <dgm:prSet presAssocID="{0789BA8A-44D9-4CEE-93C9-18E5C4F6FF86}" presName="Name30" presStyleCnt="0"/>
      <dgm:spPr/>
    </dgm:pt>
    <dgm:pt modelId="{531B3EF7-2837-4F62-8FD8-A868A84C406A}" type="pres">
      <dgm:prSet presAssocID="{0789BA8A-44D9-4CEE-93C9-18E5C4F6FF86}" presName="level2Shape" presStyleLbl="node2" presStyleIdx="2" presStyleCnt="3" custScaleY="126270"/>
      <dgm:spPr/>
      <dgm:t>
        <a:bodyPr/>
        <a:lstStyle/>
        <a:p>
          <a:endParaRPr lang="en-US"/>
        </a:p>
      </dgm:t>
    </dgm:pt>
    <dgm:pt modelId="{B00C5C64-3667-4525-A422-C8E31CFEF824}" type="pres">
      <dgm:prSet presAssocID="{0789BA8A-44D9-4CEE-93C9-18E5C4F6FF86}" presName="hierChild3" presStyleCnt="0"/>
      <dgm:spPr/>
    </dgm:pt>
    <dgm:pt modelId="{C320397E-DD52-4247-B58A-D92E011B62C0}" type="pres">
      <dgm:prSet presAssocID="{0BC67847-F31B-42B6-A631-FEE73EDA5885}" presName="Name25" presStyleLbl="parChTrans1D3" presStyleIdx="2" presStyleCnt="3" custScaleY="126270"/>
      <dgm:spPr/>
      <dgm:t>
        <a:bodyPr/>
        <a:lstStyle/>
        <a:p>
          <a:endParaRPr lang="en-US"/>
        </a:p>
      </dgm:t>
    </dgm:pt>
    <dgm:pt modelId="{D64BA1CE-B14F-4888-87A6-94794C0F1F70}" type="pres">
      <dgm:prSet presAssocID="{0BC67847-F31B-42B6-A631-FEE73EDA5885}" presName="connTx" presStyleLbl="parChTrans1D3" presStyleIdx="2" presStyleCnt="3"/>
      <dgm:spPr/>
      <dgm:t>
        <a:bodyPr/>
        <a:lstStyle/>
        <a:p>
          <a:endParaRPr lang="en-US"/>
        </a:p>
      </dgm:t>
    </dgm:pt>
    <dgm:pt modelId="{14CFC3C5-358C-4EF3-B755-DDAF9AD7BDE3}" type="pres">
      <dgm:prSet presAssocID="{3E95EC02-8F3E-498F-8621-C8533540A30B}" presName="Name30" presStyleCnt="0"/>
      <dgm:spPr/>
    </dgm:pt>
    <dgm:pt modelId="{B6599529-8A92-4B6B-8608-809FBD2FE87E}" type="pres">
      <dgm:prSet presAssocID="{3E95EC02-8F3E-498F-8621-C8533540A30B}" presName="level2Shape" presStyleLbl="node3" presStyleIdx="2" presStyleCnt="3" custScaleX="488867" custScaleY="126270" custLinFactNeighborY="-161"/>
      <dgm:spPr/>
      <dgm:t>
        <a:bodyPr/>
        <a:lstStyle/>
        <a:p>
          <a:endParaRPr lang="en-US"/>
        </a:p>
      </dgm:t>
    </dgm:pt>
    <dgm:pt modelId="{95C53166-A111-48CF-837D-80034EE1BA65}" type="pres">
      <dgm:prSet presAssocID="{3E95EC02-8F3E-498F-8621-C8533540A30B}" presName="hierChild3" presStyleCnt="0"/>
      <dgm:spPr/>
    </dgm:pt>
    <dgm:pt modelId="{1A4D447B-AEEF-4ABC-97A5-63B70BE013E8}" type="pres">
      <dgm:prSet presAssocID="{728A304B-7905-4B6C-BB80-87C271D92266}" presName="bgShapesFlow" presStyleCnt="0"/>
      <dgm:spPr/>
    </dgm:pt>
  </dgm:ptLst>
  <dgm:cxnLst>
    <dgm:cxn modelId="{D840E3AA-D898-4608-BB5D-8C6F97B641BD}" type="presOf" srcId="{FF2B99AF-7AC3-4E37-A7EC-8E42AA42C6EE}" destId="{83D8493A-5FAC-47E7-8372-A01D068E45FE}" srcOrd="1" destOrd="0" presId="urn:microsoft.com/office/officeart/2005/8/layout/hierarchy5"/>
    <dgm:cxn modelId="{EB458F6E-4733-49F0-BCEE-0D51DC77A2A0}" type="presOf" srcId="{A5E0FB8D-11E3-4346-82AF-B942F37E75FD}" destId="{688BC221-9E6D-4D72-A837-CD5227740E4E}" srcOrd="1" destOrd="0" presId="urn:microsoft.com/office/officeart/2005/8/layout/hierarchy5"/>
    <dgm:cxn modelId="{3DB0C37C-9C6D-497D-AE39-9836295EFC28}" type="presOf" srcId="{0BC67847-F31B-42B6-A631-FEE73EDA5885}" destId="{D64BA1CE-B14F-4888-87A6-94794C0F1F70}" srcOrd="1" destOrd="0" presId="urn:microsoft.com/office/officeart/2005/8/layout/hierarchy5"/>
    <dgm:cxn modelId="{2C52BF91-88C5-4A86-AD7F-AD12EF8C3328}" srcId="{0789BA8A-44D9-4CEE-93C9-18E5C4F6FF86}" destId="{3E95EC02-8F3E-498F-8621-C8533540A30B}" srcOrd="0" destOrd="0" parTransId="{0BC67847-F31B-42B6-A631-FEE73EDA5885}" sibTransId="{57CF473F-AD4D-4DBE-98A7-355CE31E4280}"/>
    <dgm:cxn modelId="{A63CD9B7-BED3-4951-9D81-FFCBE3B3C940}" srcId="{728A304B-7905-4B6C-BB80-87C271D92266}" destId="{EDC78A99-D40A-4070-97C2-02DC283834A5}" srcOrd="0" destOrd="0" parTransId="{2312A405-BB5C-4E58-8593-ED276D9CEF7C}" sibTransId="{B14BE83D-6FFD-4DB7-93E2-AC524299B6D2}"/>
    <dgm:cxn modelId="{8FDD8B83-707C-4141-9241-3C533A22611D}" type="presOf" srcId="{0789BA8A-44D9-4CEE-93C9-18E5C4F6FF86}" destId="{531B3EF7-2837-4F62-8FD8-A868A84C406A}" srcOrd="0" destOrd="0" presId="urn:microsoft.com/office/officeart/2005/8/layout/hierarchy5"/>
    <dgm:cxn modelId="{1E709DCF-15FA-4514-9223-B1AD175773C0}" srcId="{41050EA2-2D3F-4449-9448-3447203EB313}" destId="{80439D15-35D2-47B9-A34A-D3BB0260392A}" srcOrd="0" destOrd="0" parTransId="{E00B84F5-7229-44A6-84BB-3F8F57E58E15}" sibTransId="{EEDF3928-A451-4F03-B17E-B40A0628B8BE}"/>
    <dgm:cxn modelId="{3744E460-21E6-4F9C-8369-88F15E42FC48}" type="presOf" srcId="{41050EA2-2D3F-4449-9448-3447203EB313}" destId="{618505C9-AEC6-402A-B4E8-F151DA9B8782}" srcOrd="0" destOrd="0" presId="urn:microsoft.com/office/officeart/2005/8/layout/hierarchy5"/>
    <dgm:cxn modelId="{4AA7EF47-B091-4D3B-A02A-C77F4F0172FB}" type="presOf" srcId="{06E8BA85-DC22-403A-8F97-CE517D980F4A}" destId="{E06B4DEB-F7BE-4E44-808C-CA4DD38AB1C7}" srcOrd="0" destOrd="0" presId="urn:microsoft.com/office/officeart/2005/8/layout/hierarchy5"/>
    <dgm:cxn modelId="{D4EA61F4-1CD2-4D3F-B756-A57FE12E4281}" type="presOf" srcId="{728A304B-7905-4B6C-BB80-87C271D92266}" destId="{E11C5C42-2A95-49B9-9248-C76940C2273B}" srcOrd="0" destOrd="0" presId="urn:microsoft.com/office/officeart/2005/8/layout/hierarchy5"/>
    <dgm:cxn modelId="{BA4C0815-A423-4EA6-B97B-71218889BCE0}" type="presOf" srcId="{3E95EC02-8F3E-498F-8621-C8533540A30B}" destId="{B6599529-8A92-4B6B-8608-809FBD2FE87E}" srcOrd="0" destOrd="0" presId="urn:microsoft.com/office/officeart/2005/8/layout/hierarchy5"/>
    <dgm:cxn modelId="{FEDC8F89-9033-4271-9F8B-205C6A58C1CA}" srcId="{EDC78A99-D40A-4070-97C2-02DC283834A5}" destId="{0789BA8A-44D9-4CEE-93C9-18E5C4F6FF86}" srcOrd="2" destOrd="0" parTransId="{E17A55BE-7653-4FE2-A791-C046C76404CF}" sibTransId="{921ACD60-0DAF-4D00-9070-2AB3785CED58}"/>
    <dgm:cxn modelId="{3887B707-4824-4A6C-A983-3D557D0F14CE}" type="presOf" srcId="{A5E0FB8D-11E3-4346-82AF-B942F37E75FD}" destId="{607DF248-79AF-4ACD-BBC6-B9798194FD77}" srcOrd="0" destOrd="0" presId="urn:microsoft.com/office/officeart/2005/8/layout/hierarchy5"/>
    <dgm:cxn modelId="{50A48074-0FDE-4914-ABCF-523A816D9C4B}" type="presOf" srcId="{E17A55BE-7653-4FE2-A791-C046C76404CF}" destId="{7A0E3C7A-D61A-4EC8-AA3A-0FA459D5F6CE}" srcOrd="0" destOrd="0" presId="urn:microsoft.com/office/officeart/2005/8/layout/hierarchy5"/>
    <dgm:cxn modelId="{46B7D411-23BB-4222-9B06-175C74F04F23}" type="presOf" srcId="{80439D15-35D2-47B9-A34A-D3BB0260392A}" destId="{72E910C6-5C60-480F-8FC3-611871EA1025}" srcOrd="0" destOrd="0" presId="urn:microsoft.com/office/officeart/2005/8/layout/hierarchy5"/>
    <dgm:cxn modelId="{5AFA46DF-A2C3-4285-9313-8A17B77EA527}" srcId="{EDC78A99-D40A-4070-97C2-02DC283834A5}" destId="{41050EA2-2D3F-4449-9448-3447203EB313}" srcOrd="1" destOrd="0" parTransId="{62E07C53-331B-4741-B83E-D77C91E2295C}" sibTransId="{419D4F62-DE5E-4744-95A2-2449717EAD0B}"/>
    <dgm:cxn modelId="{33FB336B-B71C-415C-81DD-86F2BBDEF1FF}" srcId="{9FD83579-7CC6-4B42-B28A-537DEC8FBC22}" destId="{06E8BA85-DC22-403A-8F97-CE517D980F4A}" srcOrd="0" destOrd="0" parTransId="{A5E0FB8D-11E3-4346-82AF-B942F37E75FD}" sibTransId="{FCDCBB81-F9F8-4376-8115-2FE691B7E13B}"/>
    <dgm:cxn modelId="{11AE2F8D-117D-4A40-BF22-652671C6C9A6}" type="presOf" srcId="{62E07C53-331B-4741-B83E-D77C91E2295C}" destId="{B3571DA7-5F58-4A07-9DEC-2B45396C29AE}" srcOrd="0" destOrd="0" presId="urn:microsoft.com/office/officeart/2005/8/layout/hierarchy5"/>
    <dgm:cxn modelId="{D6D7C2EA-8CCB-471C-AD37-26CBB468F75E}" type="presOf" srcId="{E17A55BE-7653-4FE2-A791-C046C76404CF}" destId="{B5306C45-F15B-475C-B9E8-B8D56CA89D41}" srcOrd="1" destOrd="0" presId="urn:microsoft.com/office/officeart/2005/8/layout/hierarchy5"/>
    <dgm:cxn modelId="{96BC8B91-16B2-4883-AA2D-E3EDA42BA5E6}" type="presOf" srcId="{62E07C53-331B-4741-B83E-D77C91E2295C}" destId="{DD0F51CC-0F49-40DE-9256-153D168AE525}" srcOrd="1" destOrd="0" presId="urn:microsoft.com/office/officeart/2005/8/layout/hierarchy5"/>
    <dgm:cxn modelId="{03E5CBBC-0A1B-46FE-A975-24549D245127}" type="presOf" srcId="{E00B84F5-7229-44A6-84BB-3F8F57E58E15}" destId="{D7CFF03D-65D2-4DBE-BD8E-C1C76B2FBD6C}" srcOrd="0" destOrd="0" presId="urn:microsoft.com/office/officeart/2005/8/layout/hierarchy5"/>
    <dgm:cxn modelId="{B0D5C221-EC54-483B-89BD-F55E40E25F5C}" type="presOf" srcId="{EDC78A99-D40A-4070-97C2-02DC283834A5}" destId="{3894083E-F76C-4377-96D5-5DB4500E31CB}" srcOrd="0" destOrd="0" presId="urn:microsoft.com/office/officeart/2005/8/layout/hierarchy5"/>
    <dgm:cxn modelId="{CDFF8472-54A7-4BB1-93F4-399B7DB49BF4}" type="presOf" srcId="{FF2B99AF-7AC3-4E37-A7EC-8E42AA42C6EE}" destId="{DD58097F-AEA4-43A4-AAA0-84EBE9F67DC2}" srcOrd="0" destOrd="0" presId="urn:microsoft.com/office/officeart/2005/8/layout/hierarchy5"/>
    <dgm:cxn modelId="{C894E994-28BB-4DB2-B1FB-3BA9BE3A68B9}" srcId="{EDC78A99-D40A-4070-97C2-02DC283834A5}" destId="{9FD83579-7CC6-4B42-B28A-537DEC8FBC22}" srcOrd="0" destOrd="0" parTransId="{FF2B99AF-7AC3-4E37-A7EC-8E42AA42C6EE}" sibTransId="{530892A3-DE15-42E0-9A5A-B651C6385C81}"/>
    <dgm:cxn modelId="{905B2545-A3F6-4A31-A8FC-61BA19F830D5}" type="presOf" srcId="{0BC67847-F31B-42B6-A631-FEE73EDA5885}" destId="{C320397E-DD52-4247-B58A-D92E011B62C0}" srcOrd="0" destOrd="0" presId="urn:microsoft.com/office/officeart/2005/8/layout/hierarchy5"/>
    <dgm:cxn modelId="{33ACE9CA-89E8-4275-9402-5AEFD0CF25A6}" type="presOf" srcId="{E00B84F5-7229-44A6-84BB-3F8F57E58E15}" destId="{01226A7E-B580-4DCB-8EE7-3FB49EE8E67C}" srcOrd="1" destOrd="0" presId="urn:microsoft.com/office/officeart/2005/8/layout/hierarchy5"/>
    <dgm:cxn modelId="{DEF1A991-B45D-41F7-86F5-19F9F5F8C001}" type="presOf" srcId="{9FD83579-7CC6-4B42-B28A-537DEC8FBC22}" destId="{B8CAED4E-CBD9-4329-A29D-8F780145267F}" srcOrd="0" destOrd="0" presId="urn:microsoft.com/office/officeart/2005/8/layout/hierarchy5"/>
    <dgm:cxn modelId="{F23CDB16-0B88-452E-AC6F-F5B8A3872695}" type="presParOf" srcId="{E11C5C42-2A95-49B9-9248-C76940C2273B}" destId="{86350989-6D24-42D8-A44D-A4014D55B049}" srcOrd="0" destOrd="0" presId="urn:microsoft.com/office/officeart/2005/8/layout/hierarchy5"/>
    <dgm:cxn modelId="{6405B560-0B19-4F2C-96BD-18B607BF1445}" type="presParOf" srcId="{86350989-6D24-42D8-A44D-A4014D55B049}" destId="{8B259365-3E97-4BB8-874A-0CC6C2A8BC2A}" srcOrd="0" destOrd="0" presId="urn:microsoft.com/office/officeart/2005/8/layout/hierarchy5"/>
    <dgm:cxn modelId="{E602CE52-CBA8-4745-9CCA-1348A4AB3D2C}" type="presParOf" srcId="{8B259365-3E97-4BB8-874A-0CC6C2A8BC2A}" destId="{08D0FDC7-386F-4214-AC3D-16EFE7A55146}" srcOrd="0" destOrd="0" presId="urn:microsoft.com/office/officeart/2005/8/layout/hierarchy5"/>
    <dgm:cxn modelId="{DA9DBE74-7A56-4D88-8E1B-70D4DA1092A0}" type="presParOf" srcId="{08D0FDC7-386F-4214-AC3D-16EFE7A55146}" destId="{3894083E-F76C-4377-96D5-5DB4500E31CB}" srcOrd="0" destOrd="0" presId="urn:microsoft.com/office/officeart/2005/8/layout/hierarchy5"/>
    <dgm:cxn modelId="{3E65B5F3-F001-43A4-B9DF-C42354B36F15}" type="presParOf" srcId="{08D0FDC7-386F-4214-AC3D-16EFE7A55146}" destId="{700DF23F-D9B1-4ABB-8199-F4396B194FEE}" srcOrd="1" destOrd="0" presId="urn:microsoft.com/office/officeart/2005/8/layout/hierarchy5"/>
    <dgm:cxn modelId="{B0E0673F-68EC-4433-9F2B-ECD8E0D48ED5}" type="presParOf" srcId="{700DF23F-D9B1-4ABB-8199-F4396B194FEE}" destId="{DD58097F-AEA4-43A4-AAA0-84EBE9F67DC2}" srcOrd="0" destOrd="0" presId="urn:microsoft.com/office/officeart/2005/8/layout/hierarchy5"/>
    <dgm:cxn modelId="{9D45484F-7AD6-48E0-9EF3-4B07850D4B25}" type="presParOf" srcId="{DD58097F-AEA4-43A4-AAA0-84EBE9F67DC2}" destId="{83D8493A-5FAC-47E7-8372-A01D068E45FE}" srcOrd="0" destOrd="0" presId="urn:microsoft.com/office/officeart/2005/8/layout/hierarchy5"/>
    <dgm:cxn modelId="{C03ADC5A-CEB4-437D-AC25-60C609E02E13}" type="presParOf" srcId="{700DF23F-D9B1-4ABB-8199-F4396B194FEE}" destId="{D6CBC0C0-E555-472F-BA59-6C55E21866DF}" srcOrd="1" destOrd="0" presId="urn:microsoft.com/office/officeart/2005/8/layout/hierarchy5"/>
    <dgm:cxn modelId="{B58796D4-D890-420D-9286-F9646745DD94}" type="presParOf" srcId="{D6CBC0C0-E555-472F-BA59-6C55E21866DF}" destId="{B8CAED4E-CBD9-4329-A29D-8F780145267F}" srcOrd="0" destOrd="0" presId="urn:microsoft.com/office/officeart/2005/8/layout/hierarchy5"/>
    <dgm:cxn modelId="{3D5331BF-2286-4B54-97C5-E8362B74E267}" type="presParOf" srcId="{D6CBC0C0-E555-472F-BA59-6C55E21866DF}" destId="{7B0DBB44-E72B-47E0-988B-A609B7E55E1A}" srcOrd="1" destOrd="0" presId="urn:microsoft.com/office/officeart/2005/8/layout/hierarchy5"/>
    <dgm:cxn modelId="{484BD403-2AE5-4DE4-A21F-038F962D70B0}" type="presParOf" srcId="{7B0DBB44-E72B-47E0-988B-A609B7E55E1A}" destId="{607DF248-79AF-4ACD-BBC6-B9798194FD77}" srcOrd="0" destOrd="0" presId="urn:microsoft.com/office/officeart/2005/8/layout/hierarchy5"/>
    <dgm:cxn modelId="{8EA068F5-344D-42B9-9406-E8F834BFEC4E}" type="presParOf" srcId="{607DF248-79AF-4ACD-BBC6-B9798194FD77}" destId="{688BC221-9E6D-4D72-A837-CD5227740E4E}" srcOrd="0" destOrd="0" presId="urn:microsoft.com/office/officeart/2005/8/layout/hierarchy5"/>
    <dgm:cxn modelId="{A3FBBA5A-526B-495B-9775-7397592DB610}" type="presParOf" srcId="{7B0DBB44-E72B-47E0-988B-A609B7E55E1A}" destId="{8961AD83-D03A-47BC-9053-2EDA0F8A59E6}" srcOrd="1" destOrd="0" presId="urn:microsoft.com/office/officeart/2005/8/layout/hierarchy5"/>
    <dgm:cxn modelId="{B824DA7A-DCDF-4250-9D4A-362E067FE41C}" type="presParOf" srcId="{8961AD83-D03A-47BC-9053-2EDA0F8A59E6}" destId="{E06B4DEB-F7BE-4E44-808C-CA4DD38AB1C7}" srcOrd="0" destOrd="0" presId="urn:microsoft.com/office/officeart/2005/8/layout/hierarchy5"/>
    <dgm:cxn modelId="{C68376FA-93A9-4034-9C43-A828DF7AAA02}" type="presParOf" srcId="{8961AD83-D03A-47BC-9053-2EDA0F8A59E6}" destId="{DDD3E6CE-B8F0-469C-BC82-E1C2FB0CEF57}" srcOrd="1" destOrd="0" presId="urn:microsoft.com/office/officeart/2005/8/layout/hierarchy5"/>
    <dgm:cxn modelId="{8303E04B-6F1B-4AA7-8C77-DF7F75EBE442}" type="presParOf" srcId="{700DF23F-D9B1-4ABB-8199-F4396B194FEE}" destId="{B3571DA7-5F58-4A07-9DEC-2B45396C29AE}" srcOrd="2" destOrd="0" presId="urn:microsoft.com/office/officeart/2005/8/layout/hierarchy5"/>
    <dgm:cxn modelId="{9EADF65B-2BBC-4545-82C4-3815C50D5F64}" type="presParOf" srcId="{B3571DA7-5F58-4A07-9DEC-2B45396C29AE}" destId="{DD0F51CC-0F49-40DE-9256-153D168AE525}" srcOrd="0" destOrd="0" presId="urn:microsoft.com/office/officeart/2005/8/layout/hierarchy5"/>
    <dgm:cxn modelId="{F9750986-67D9-465C-9CAF-6FC6297C6096}" type="presParOf" srcId="{700DF23F-D9B1-4ABB-8199-F4396B194FEE}" destId="{412AE84B-1E4D-4C10-AAEC-D346BF2E75D9}" srcOrd="3" destOrd="0" presId="urn:microsoft.com/office/officeart/2005/8/layout/hierarchy5"/>
    <dgm:cxn modelId="{656E90D2-9F57-40BA-A887-26BDBB6A4C0D}" type="presParOf" srcId="{412AE84B-1E4D-4C10-AAEC-D346BF2E75D9}" destId="{618505C9-AEC6-402A-B4E8-F151DA9B8782}" srcOrd="0" destOrd="0" presId="urn:microsoft.com/office/officeart/2005/8/layout/hierarchy5"/>
    <dgm:cxn modelId="{AA376078-53D7-4BEE-8192-D39B11AB80D0}" type="presParOf" srcId="{412AE84B-1E4D-4C10-AAEC-D346BF2E75D9}" destId="{68FD3042-6F39-469E-A979-0CA7B4589F88}" srcOrd="1" destOrd="0" presId="urn:microsoft.com/office/officeart/2005/8/layout/hierarchy5"/>
    <dgm:cxn modelId="{174E7D7A-3404-4672-BD2A-481060333C53}" type="presParOf" srcId="{68FD3042-6F39-469E-A979-0CA7B4589F88}" destId="{D7CFF03D-65D2-4DBE-BD8E-C1C76B2FBD6C}" srcOrd="0" destOrd="0" presId="urn:microsoft.com/office/officeart/2005/8/layout/hierarchy5"/>
    <dgm:cxn modelId="{CF7F9147-C29E-4545-8505-F3D280FF7F27}" type="presParOf" srcId="{D7CFF03D-65D2-4DBE-BD8E-C1C76B2FBD6C}" destId="{01226A7E-B580-4DCB-8EE7-3FB49EE8E67C}" srcOrd="0" destOrd="0" presId="urn:microsoft.com/office/officeart/2005/8/layout/hierarchy5"/>
    <dgm:cxn modelId="{1E9C7707-4948-4533-985C-BD492C15C60C}" type="presParOf" srcId="{68FD3042-6F39-469E-A979-0CA7B4589F88}" destId="{E04C173B-C868-49D5-8C3A-90FD8312EB65}" srcOrd="1" destOrd="0" presId="urn:microsoft.com/office/officeart/2005/8/layout/hierarchy5"/>
    <dgm:cxn modelId="{C494A041-7010-41C7-A8E4-56DD6FA02406}" type="presParOf" srcId="{E04C173B-C868-49D5-8C3A-90FD8312EB65}" destId="{72E910C6-5C60-480F-8FC3-611871EA1025}" srcOrd="0" destOrd="0" presId="urn:microsoft.com/office/officeart/2005/8/layout/hierarchy5"/>
    <dgm:cxn modelId="{043F8BDA-65CD-4694-89AD-5327F63F112D}" type="presParOf" srcId="{E04C173B-C868-49D5-8C3A-90FD8312EB65}" destId="{83E0453F-C9D0-4B0E-BECB-699EF4334BFE}" srcOrd="1" destOrd="0" presId="urn:microsoft.com/office/officeart/2005/8/layout/hierarchy5"/>
    <dgm:cxn modelId="{DF0991C5-482E-4C00-8867-B24E8A0F0F8E}" type="presParOf" srcId="{700DF23F-D9B1-4ABB-8199-F4396B194FEE}" destId="{7A0E3C7A-D61A-4EC8-AA3A-0FA459D5F6CE}" srcOrd="4" destOrd="0" presId="urn:microsoft.com/office/officeart/2005/8/layout/hierarchy5"/>
    <dgm:cxn modelId="{0B724341-9023-4DBB-A192-F6D4CE4E37A1}" type="presParOf" srcId="{7A0E3C7A-D61A-4EC8-AA3A-0FA459D5F6CE}" destId="{B5306C45-F15B-475C-B9E8-B8D56CA89D41}" srcOrd="0" destOrd="0" presId="urn:microsoft.com/office/officeart/2005/8/layout/hierarchy5"/>
    <dgm:cxn modelId="{B583BA02-A7FD-485C-B882-52E095266CE9}" type="presParOf" srcId="{700DF23F-D9B1-4ABB-8199-F4396B194FEE}" destId="{573F7126-4C77-466A-BB85-9418CB2AFE13}" srcOrd="5" destOrd="0" presId="urn:microsoft.com/office/officeart/2005/8/layout/hierarchy5"/>
    <dgm:cxn modelId="{3BB46FA7-3AC7-42BF-81A9-C6D2F9B50FCA}" type="presParOf" srcId="{573F7126-4C77-466A-BB85-9418CB2AFE13}" destId="{531B3EF7-2837-4F62-8FD8-A868A84C406A}" srcOrd="0" destOrd="0" presId="urn:microsoft.com/office/officeart/2005/8/layout/hierarchy5"/>
    <dgm:cxn modelId="{0938FB9D-5775-46EE-AD82-98832918450F}" type="presParOf" srcId="{573F7126-4C77-466A-BB85-9418CB2AFE13}" destId="{B00C5C64-3667-4525-A422-C8E31CFEF824}" srcOrd="1" destOrd="0" presId="urn:microsoft.com/office/officeart/2005/8/layout/hierarchy5"/>
    <dgm:cxn modelId="{8761A9B2-FD63-42AC-933F-BB1923179D48}" type="presParOf" srcId="{B00C5C64-3667-4525-A422-C8E31CFEF824}" destId="{C320397E-DD52-4247-B58A-D92E011B62C0}" srcOrd="0" destOrd="0" presId="urn:microsoft.com/office/officeart/2005/8/layout/hierarchy5"/>
    <dgm:cxn modelId="{E3A94CE8-3FF8-49CB-9B49-6C6168512A57}" type="presParOf" srcId="{C320397E-DD52-4247-B58A-D92E011B62C0}" destId="{D64BA1CE-B14F-4888-87A6-94794C0F1F70}" srcOrd="0" destOrd="0" presId="urn:microsoft.com/office/officeart/2005/8/layout/hierarchy5"/>
    <dgm:cxn modelId="{FB2BC8F7-9F41-4AEB-AAEF-49DF88CB45AA}" type="presParOf" srcId="{B00C5C64-3667-4525-A422-C8E31CFEF824}" destId="{14CFC3C5-358C-4EF3-B755-DDAF9AD7BDE3}" srcOrd="1" destOrd="0" presId="urn:microsoft.com/office/officeart/2005/8/layout/hierarchy5"/>
    <dgm:cxn modelId="{E2EAB1B5-41A9-4D5E-BAC7-876C7670DB6B}" type="presParOf" srcId="{14CFC3C5-358C-4EF3-B755-DDAF9AD7BDE3}" destId="{B6599529-8A92-4B6B-8608-809FBD2FE87E}" srcOrd="0" destOrd="0" presId="urn:microsoft.com/office/officeart/2005/8/layout/hierarchy5"/>
    <dgm:cxn modelId="{E0FDAC94-DB51-46EC-918D-7D1D9BB9DA54}" type="presParOf" srcId="{14CFC3C5-358C-4EF3-B755-DDAF9AD7BDE3}" destId="{95C53166-A111-48CF-837D-80034EE1BA65}" srcOrd="1" destOrd="0" presId="urn:microsoft.com/office/officeart/2005/8/layout/hierarchy5"/>
    <dgm:cxn modelId="{9BFCE45B-92F4-4CEC-BEA8-E11292F21C76}" type="presParOf" srcId="{E11C5C42-2A95-49B9-9248-C76940C2273B}" destId="{1A4D447B-AEEF-4ABC-97A5-63B70BE013E8}" srcOrd="1" destOrd="0" presId="urn:microsoft.com/office/officeart/2005/8/layout/hierarchy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28A304B-7905-4B6C-BB80-87C271D92266}"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EDC78A99-D40A-4070-97C2-02DC283834A5}">
      <dgm:prSet phldrT="[Text]" custT="1"/>
      <dgm:spPr>
        <a:solidFill>
          <a:schemeClr val="accent1">
            <a:lumMod val="75000"/>
            <a:alpha val="25000"/>
          </a:schemeClr>
        </a:solidFill>
        <a:ln>
          <a:solidFill>
            <a:schemeClr val="lt1">
              <a:hueOff val="0"/>
              <a:satOff val="0"/>
              <a:lumOff val="0"/>
              <a:alpha val="25000"/>
            </a:schemeClr>
          </a:solidFill>
        </a:ln>
      </dgm:spPr>
      <dgm:t>
        <a:bodyPr/>
        <a:lstStyle/>
        <a:p>
          <a:r>
            <a:rPr lang="en-US" sz="1400" smtClean="0">
              <a:latin typeface="Candara" panose="020E0502030303020204" pitchFamily="34" charset="0"/>
            </a:rPr>
            <a:t>DDL</a:t>
          </a:r>
          <a:endParaRPr lang="en-US" sz="1400" dirty="0">
            <a:latin typeface="Candara" panose="020E0502030303020204" pitchFamily="34" charset="0"/>
          </a:endParaRPr>
        </a:p>
      </dgm:t>
    </dgm:pt>
    <dgm:pt modelId="{2312A405-BB5C-4E58-8593-ED276D9CEF7C}" type="parTrans" cxnId="{A63CD9B7-BED3-4951-9D81-FFCBE3B3C940}">
      <dgm:prSet/>
      <dgm:spPr/>
      <dgm:t>
        <a:bodyPr/>
        <a:lstStyle/>
        <a:p>
          <a:endParaRPr lang="en-US"/>
        </a:p>
      </dgm:t>
    </dgm:pt>
    <dgm:pt modelId="{B14BE83D-6FFD-4DB7-93E2-AC524299B6D2}" type="sibTrans" cxnId="{A63CD9B7-BED3-4951-9D81-FFCBE3B3C940}">
      <dgm:prSet/>
      <dgm:spPr/>
      <dgm:t>
        <a:bodyPr/>
        <a:lstStyle/>
        <a:p>
          <a:endParaRPr lang="en-US"/>
        </a:p>
      </dgm:t>
    </dgm:pt>
    <dgm:pt modelId="{11C56343-0FDC-4C8B-814C-EA450EB89703}">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CREATE</a:t>
          </a:r>
          <a:endParaRPr lang="en-IN" sz="1400" dirty="0">
            <a:latin typeface="Candara" panose="020E0502030303020204" pitchFamily="34" charset="0"/>
          </a:endParaRPr>
        </a:p>
      </dgm:t>
    </dgm:pt>
    <dgm:pt modelId="{19AEB946-ED8E-4ECE-8B2C-9B003C81FDBC}" type="parTrans" cxnId="{7175E09E-B87E-4D1D-9277-0AABC430A686}">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5E27C0F1-7F05-40FD-9794-55D63F1A48D2}" type="sibTrans" cxnId="{7175E09E-B87E-4D1D-9277-0AABC430A686}">
      <dgm:prSet/>
      <dgm:spPr/>
      <dgm:t>
        <a:bodyPr/>
        <a:lstStyle/>
        <a:p>
          <a:endParaRPr lang="en-US"/>
        </a:p>
      </dgm:t>
    </dgm:pt>
    <dgm:pt modelId="{0EC3E790-2834-4B30-9758-26DD806947A8}">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ALTER</a:t>
          </a:r>
          <a:endParaRPr lang="en-IN" sz="1400" dirty="0">
            <a:latin typeface="Candara" panose="020E0502030303020204" pitchFamily="34" charset="0"/>
          </a:endParaRPr>
        </a:p>
      </dgm:t>
    </dgm:pt>
    <dgm:pt modelId="{B6C17533-3B99-43CC-9963-5C5D221474C0}" type="parTrans" cxnId="{12C7D1D7-AA09-47BC-8192-5F75E6C435C6}">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60DE79CD-9DDF-4443-86D5-2C4A002F364F}" type="sibTrans" cxnId="{12C7D1D7-AA09-47BC-8192-5F75E6C435C6}">
      <dgm:prSet/>
      <dgm:spPr/>
      <dgm:t>
        <a:bodyPr/>
        <a:lstStyle/>
        <a:p>
          <a:endParaRPr lang="en-US"/>
        </a:p>
      </dgm:t>
    </dgm:pt>
    <dgm:pt modelId="{6E880535-0E60-4C0F-94F6-71898E7894EF}">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DROP</a:t>
          </a:r>
          <a:endParaRPr lang="en-IN" sz="1400" dirty="0">
            <a:latin typeface="Candara" panose="020E0502030303020204" pitchFamily="34" charset="0"/>
          </a:endParaRPr>
        </a:p>
      </dgm:t>
    </dgm:pt>
    <dgm:pt modelId="{4583E395-E0DB-410E-A03B-95087B5F75BB}" type="parTrans" cxnId="{98C597A2-8C87-4D0D-B829-611E8E34AF08}">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C15C929F-7FB9-4F27-8A93-74FBDC82B696}" type="sibTrans" cxnId="{98C597A2-8C87-4D0D-B829-611E8E34AF08}">
      <dgm:prSet/>
      <dgm:spPr/>
      <dgm:t>
        <a:bodyPr/>
        <a:lstStyle/>
        <a:p>
          <a:endParaRPr lang="en-US"/>
        </a:p>
      </dgm:t>
    </dgm:pt>
    <dgm:pt modelId="{387F9084-DA08-4F06-8949-F6659046D9C1}">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TRUNCATE</a:t>
          </a:r>
          <a:endParaRPr lang="en-IN" sz="1400" dirty="0">
            <a:latin typeface="Candara" panose="020E0502030303020204" pitchFamily="34" charset="0"/>
          </a:endParaRPr>
        </a:p>
      </dgm:t>
    </dgm:pt>
    <dgm:pt modelId="{C2518621-2CA8-4594-8808-3D6DE403CA83}" type="parTrans" cxnId="{AF79ED69-32DB-4180-9C4F-5E3B6A031F75}">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DBA709B4-EA11-4706-A63F-C83919FC1BD9}" type="sibTrans" cxnId="{AF79ED69-32DB-4180-9C4F-5E3B6A031F75}">
      <dgm:prSet/>
      <dgm:spPr/>
      <dgm:t>
        <a:bodyPr/>
        <a:lstStyle/>
        <a:p>
          <a:endParaRPr lang="en-US"/>
        </a:p>
      </dgm:t>
    </dgm:pt>
    <dgm:pt modelId="{7B0B1DA3-6ED4-4942-95E8-52D4FA42B0D5}">
      <dgm:prSet custT="1"/>
      <dgm:spPr>
        <a:solidFill>
          <a:schemeClr val="accent1">
            <a:lumMod val="75000"/>
            <a:alpha val="25000"/>
          </a:schemeClr>
        </a:solidFill>
        <a:ln>
          <a:solidFill>
            <a:schemeClr val="lt1">
              <a:hueOff val="0"/>
              <a:satOff val="0"/>
              <a:lumOff val="0"/>
              <a:alpha val="25000"/>
            </a:schemeClr>
          </a:solidFill>
        </a:ln>
      </dgm:spPr>
      <dgm:t>
        <a:bodyPr/>
        <a:lstStyle/>
        <a:p>
          <a:r>
            <a:rPr lang="en-IN" sz="1400" dirty="0" smtClean="0">
              <a:latin typeface="Candara" panose="020E0502030303020204" pitchFamily="34" charset="0"/>
            </a:rPr>
            <a:t>Creates a new database</a:t>
          </a:r>
          <a:endParaRPr lang="en-IN" sz="1400" dirty="0">
            <a:latin typeface="Candara" panose="020E0502030303020204" pitchFamily="34" charset="0"/>
          </a:endParaRPr>
        </a:p>
      </dgm:t>
    </dgm:pt>
    <dgm:pt modelId="{995DF6F1-C9D9-4033-938E-507D16E468B6}" type="parTrans" cxnId="{E4107CDC-6FC6-486B-AD65-BB4B3847D1D9}">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E0B5C07D-641E-4A8C-84DB-7CDE4106D937}" type="sibTrans" cxnId="{E4107CDC-6FC6-486B-AD65-BB4B3847D1D9}">
      <dgm:prSet/>
      <dgm:spPr/>
      <dgm:t>
        <a:bodyPr/>
        <a:lstStyle/>
        <a:p>
          <a:endParaRPr lang="en-US"/>
        </a:p>
      </dgm:t>
    </dgm:pt>
    <dgm:pt modelId="{00D5CBAE-F8D0-4567-95CD-987C649C57B7}">
      <dgm:prSet custT="1"/>
      <dgm:spPr>
        <a:solidFill>
          <a:schemeClr val="accent1">
            <a:lumMod val="75000"/>
            <a:alpha val="25000"/>
          </a:schemeClr>
        </a:solidFill>
        <a:ln>
          <a:solidFill>
            <a:schemeClr val="lt1">
              <a:hueOff val="0"/>
              <a:satOff val="0"/>
              <a:lumOff val="0"/>
              <a:alpha val="25000"/>
            </a:schemeClr>
          </a:solidFill>
        </a:ln>
      </dgm:spPr>
      <dgm:t>
        <a:bodyPr/>
        <a:lstStyle/>
        <a:p>
          <a:r>
            <a:rPr lang="en-IN" sz="1400" dirty="0" smtClean="0">
              <a:latin typeface="Candara" panose="020E0502030303020204" pitchFamily="34" charset="0"/>
            </a:rPr>
            <a:t>Deletes an entire database object</a:t>
          </a:r>
          <a:endParaRPr lang="en-IN" sz="1400" dirty="0">
            <a:latin typeface="Candara" panose="020E0502030303020204" pitchFamily="34" charset="0"/>
          </a:endParaRPr>
        </a:p>
      </dgm:t>
    </dgm:pt>
    <dgm:pt modelId="{30BD119A-777C-4765-A934-874FFE7EB61E}" type="parTrans" cxnId="{C7E5A2FE-8A22-4FF1-92D0-98BD297E7FBF}">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6A19194C-BB42-40FB-8741-186EE02E8BA3}" type="sibTrans" cxnId="{C7E5A2FE-8A22-4FF1-92D0-98BD297E7FBF}">
      <dgm:prSet/>
      <dgm:spPr/>
      <dgm:t>
        <a:bodyPr/>
        <a:lstStyle/>
        <a:p>
          <a:endParaRPr lang="en-US"/>
        </a:p>
      </dgm:t>
    </dgm:pt>
    <dgm:pt modelId="{13DB60D6-252D-49D7-8AC8-668ED5EA5746}">
      <dgm:prSet custT="1"/>
      <dgm:spPr>
        <a:solidFill>
          <a:schemeClr val="accent1">
            <a:lumMod val="75000"/>
            <a:alpha val="25000"/>
          </a:schemeClr>
        </a:solidFill>
        <a:ln>
          <a:solidFill>
            <a:schemeClr val="lt1">
              <a:hueOff val="0"/>
              <a:satOff val="0"/>
              <a:lumOff val="0"/>
              <a:alpha val="25000"/>
            </a:schemeClr>
          </a:solidFill>
        </a:ln>
      </dgm:spPr>
      <dgm:t>
        <a:bodyPr/>
        <a:lstStyle/>
        <a:p>
          <a:r>
            <a:rPr lang="en-IN" sz="1400" dirty="0" smtClean="0">
              <a:latin typeface="Candara" panose="020E0502030303020204" pitchFamily="34" charset="0"/>
            </a:rPr>
            <a:t>Removes all records from a table</a:t>
          </a:r>
          <a:endParaRPr lang="en-IN" sz="1400" dirty="0">
            <a:latin typeface="Candara" panose="020E0502030303020204" pitchFamily="34" charset="0"/>
          </a:endParaRPr>
        </a:p>
      </dgm:t>
    </dgm:pt>
    <dgm:pt modelId="{56370591-6533-4B15-88C2-F8A9E8316834}" type="parTrans" cxnId="{552906E3-BB5E-4DF8-8877-088970120A0C}">
      <dgm:prSet custT="1"/>
      <dgm:spPr>
        <a:solidFill>
          <a:schemeClr val="accent1">
            <a:hueOff val="0"/>
            <a:satOff val="0"/>
            <a:lumOff val="0"/>
          </a:schemeClr>
        </a:solidFill>
        <a:ln>
          <a:solidFill>
            <a:schemeClr val="lt1">
              <a:hueOff val="0"/>
              <a:satOff val="0"/>
              <a:lumOff val="0"/>
              <a:alpha val="25000"/>
            </a:schemeClr>
          </a:solidFill>
        </a:ln>
      </dgm:spPr>
      <dgm:t>
        <a:bodyPr/>
        <a:lstStyle/>
        <a:p>
          <a:endParaRPr lang="en-US" sz="1400">
            <a:latin typeface="Candara" panose="020E0502030303020204" pitchFamily="34" charset="0"/>
          </a:endParaRPr>
        </a:p>
      </dgm:t>
    </dgm:pt>
    <dgm:pt modelId="{ED6906B9-F999-4601-9E99-5B3E1968D001}" type="sibTrans" cxnId="{552906E3-BB5E-4DF8-8877-088970120A0C}">
      <dgm:prSet/>
      <dgm:spPr/>
      <dgm:t>
        <a:bodyPr/>
        <a:lstStyle/>
        <a:p>
          <a:endParaRPr lang="en-US"/>
        </a:p>
      </dgm:t>
    </dgm:pt>
    <dgm:pt modelId="{7CF43498-D06F-4886-8C9A-2F99C03AA6AB}">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ADD</a:t>
          </a:r>
          <a:endParaRPr lang="en-IN" sz="1400" dirty="0">
            <a:latin typeface="Candara" panose="020E0502030303020204" pitchFamily="34" charset="0"/>
          </a:endParaRPr>
        </a:p>
      </dgm:t>
    </dgm:pt>
    <dgm:pt modelId="{D4D773AF-D9F5-413F-988D-2790E3547000}" type="parTrans" cxnId="{A543085A-DF3F-4306-848D-E12480D65F3A}">
      <dgm:prSet/>
      <dgm:spPr/>
      <dgm:t>
        <a:bodyPr/>
        <a:lstStyle/>
        <a:p>
          <a:endParaRPr lang="en-US"/>
        </a:p>
      </dgm:t>
    </dgm:pt>
    <dgm:pt modelId="{5F3170C9-8214-4C0C-A271-D63670E27666}" type="sibTrans" cxnId="{A543085A-DF3F-4306-848D-E12480D65F3A}">
      <dgm:prSet/>
      <dgm:spPr/>
      <dgm:t>
        <a:bodyPr/>
        <a:lstStyle/>
        <a:p>
          <a:endParaRPr lang="en-US"/>
        </a:p>
      </dgm:t>
    </dgm:pt>
    <dgm:pt modelId="{985C67DE-5754-4184-A802-465522D049CA}">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Modify</a:t>
          </a:r>
          <a:endParaRPr lang="en-IN" sz="1400" dirty="0">
            <a:latin typeface="Candara" panose="020E0502030303020204" pitchFamily="34" charset="0"/>
          </a:endParaRPr>
        </a:p>
      </dgm:t>
    </dgm:pt>
    <dgm:pt modelId="{295C9B39-179E-4449-947C-A70BD1489FF5}" type="parTrans" cxnId="{D0457EBF-3490-4EDB-877F-9CD7B1457205}">
      <dgm:prSet/>
      <dgm:spPr/>
      <dgm:t>
        <a:bodyPr/>
        <a:lstStyle/>
        <a:p>
          <a:endParaRPr lang="en-US"/>
        </a:p>
      </dgm:t>
    </dgm:pt>
    <dgm:pt modelId="{D8C113C3-C22E-4ED3-913D-1BAAF1128FB9}" type="sibTrans" cxnId="{D0457EBF-3490-4EDB-877F-9CD7B1457205}">
      <dgm:prSet/>
      <dgm:spPr/>
      <dgm:t>
        <a:bodyPr/>
        <a:lstStyle/>
        <a:p>
          <a:endParaRPr lang="en-US"/>
        </a:p>
      </dgm:t>
    </dgm:pt>
    <dgm:pt modelId="{7B3389D2-8B47-4E6B-A5F6-837EF63635BD}">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Drop</a:t>
          </a:r>
          <a:endParaRPr lang="en-IN" sz="1400" dirty="0">
            <a:latin typeface="Candara" panose="020E0502030303020204" pitchFamily="34" charset="0"/>
          </a:endParaRPr>
        </a:p>
      </dgm:t>
    </dgm:pt>
    <dgm:pt modelId="{E2A1D4B8-589C-46EA-A044-B1B7278A522A}" type="parTrans" cxnId="{9669CEDA-A3FD-44E9-A3B9-E7FEF6A089E1}">
      <dgm:prSet/>
      <dgm:spPr/>
      <dgm:t>
        <a:bodyPr/>
        <a:lstStyle/>
        <a:p>
          <a:endParaRPr lang="en-US"/>
        </a:p>
      </dgm:t>
    </dgm:pt>
    <dgm:pt modelId="{F3F43C3F-EBA3-4044-A462-7F2B15704A57}" type="sibTrans" cxnId="{9669CEDA-A3FD-44E9-A3B9-E7FEF6A089E1}">
      <dgm:prSet/>
      <dgm:spPr/>
      <dgm:t>
        <a:bodyPr/>
        <a:lstStyle/>
        <a:p>
          <a:endParaRPr lang="en-US"/>
        </a:p>
      </dgm:t>
    </dgm:pt>
    <dgm:pt modelId="{CC73153F-1D90-42CE-99B5-DD9F1ADDADFF}">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Add Column</a:t>
          </a:r>
          <a:endParaRPr lang="en-IN" sz="1400" dirty="0">
            <a:latin typeface="Candara" panose="020E0502030303020204" pitchFamily="34" charset="0"/>
          </a:endParaRPr>
        </a:p>
      </dgm:t>
    </dgm:pt>
    <dgm:pt modelId="{9EF984C5-DBD9-4558-9238-02AF4953F358}" type="parTrans" cxnId="{F8C61820-3FC1-48AA-AC96-E1659E25B706}">
      <dgm:prSet/>
      <dgm:spPr/>
      <dgm:t>
        <a:bodyPr/>
        <a:lstStyle/>
        <a:p>
          <a:endParaRPr lang="en-US"/>
        </a:p>
      </dgm:t>
    </dgm:pt>
    <dgm:pt modelId="{6D449A12-3A2C-44F2-B078-B8F71A14463D}" type="sibTrans" cxnId="{F8C61820-3FC1-48AA-AC96-E1659E25B706}">
      <dgm:prSet/>
      <dgm:spPr/>
      <dgm:t>
        <a:bodyPr/>
        <a:lstStyle/>
        <a:p>
          <a:endParaRPr lang="en-US"/>
        </a:p>
      </dgm:t>
    </dgm:pt>
    <dgm:pt modelId="{0B3D0063-831C-4330-811D-EBF6FC5BD8C1}">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Modify size of the Column</a:t>
          </a:r>
          <a:endParaRPr lang="en-IN" sz="1400" dirty="0">
            <a:latin typeface="Candara" panose="020E0502030303020204" pitchFamily="34" charset="0"/>
          </a:endParaRPr>
        </a:p>
      </dgm:t>
    </dgm:pt>
    <dgm:pt modelId="{FB9C1188-B7EB-443D-B56E-48CAC726074F}" type="parTrans" cxnId="{3C963102-C8BA-4082-95B0-A2CCA277806D}">
      <dgm:prSet/>
      <dgm:spPr/>
      <dgm:t>
        <a:bodyPr/>
        <a:lstStyle/>
        <a:p>
          <a:endParaRPr lang="en-US"/>
        </a:p>
      </dgm:t>
    </dgm:pt>
    <dgm:pt modelId="{967EFC58-41EE-4ECB-A14C-3899D24A3594}" type="sibTrans" cxnId="{3C963102-C8BA-4082-95B0-A2CCA277806D}">
      <dgm:prSet/>
      <dgm:spPr/>
      <dgm:t>
        <a:bodyPr/>
        <a:lstStyle/>
        <a:p>
          <a:endParaRPr lang="en-US"/>
        </a:p>
      </dgm:t>
    </dgm:pt>
    <dgm:pt modelId="{280315FE-0BC1-4E09-97E8-01EC3876BF7E}">
      <dgm:prSet custT="1"/>
      <dgm:spPr>
        <a:solidFill>
          <a:schemeClr val="accent1">
            <a:lumMod val="75000"/>
            <a:alpha val="25000"/>
          </a:schemeClr>
        </a:solidFill>
        <a:ln>
          <a:solidFill>
            <a:schemeClr val="lt1">
              <a:hueOff val="0"/>
              <a:satOff val="0"/>
              <a:lumOff val="0"/>
              <a:alpha val="25000"/>
            </a:schemeClr>
          </a:solidFill>
        </a:ln>
      </dgm:spPr>
      <dgm:t>
        <a:bodyPr/>
        <a:lstStyle/>
        <a:p>
          <a:r>
            <a:rPr lang="en-US" sz="1400" dirty="0" smtClean="0">
              <a:latin typeface="Candara" panose="020E0502030303020204" pitchFamily="34" charset="0"/>
            </a:rPr>
            <a:t>Drops the Column</a:t>
          </a:r>
          <a:endParaRPr lang="en-IN" sz="1400" dirty="0">
            <a:latin typeface="Candara" panose="020E0502030303020204" pitchFamily="34" charset="0"/>
          </a:endParaRPr>
        </a:p>
      </dgm:t>
    </dgm:pt>
    <dgm:pt modelId="{73DB95A8-AF3F-4E31-A410-7E709E32CF3F}" type="parTrans" cxnId="{27423F8B-F9A5-4ED1-9ED8-C01E98A71EE5}">
      <dgm:prSet/>
      <dgm:spPr/>
      <dgm:t>
        <a:bodyPr/>
        <a:lstStyle/>
        <a:p>
          <a:endParaRPr lang="en-US"/>
        </a:p>
      </dgm:t>
    </dgm:pt>
    <dgm:pt modelId="{F40533E2-99B3-4333-A6CB-A0EB40D358DC}" type="sibTrans" cxnId="{27423F8B-F9A5-4ED1-9ED8-C01E98A71EE5}">
      <dgm:prSet/>
      <dgm:spPr/>
      <dgm:t>
        <a:bodyPr/>
        <a:lstStyle/>
        <a:p>
          <a:endParaRPr lang="en-US"/>
        </a:p>
      </dgm:t>
    </dgm:pt>
    <dgm:pt modelId="{E11C5C42-2A95-49B9-9248-C76940C2273B}" type="pres">
      <dgm:prSet presAssocID="{728A304B-7905-4B6C-BB80-87C271D92266}" presName="mainComposite" presStyleCnt="0">
        <dgm:presLayoutVars>
          <dgm:chPref val="1"/>
          <dgm:dir/>
          <dgm:animOne val="branch"/>
          <dgm:animLvl val="lvl"/>
          <dgm:resizeHandles val="exact"/>
        </dgm:presLayoutVars>
      </dgm:prSet>
      <dgm:spPr/>
      <dgm:t>
        <a:bodyPr/>
        <a:lstStyle/>
        <a:p>
          <a:endParaRPr lang="en-US"/>
        </a:p>
      </dgm:t>
    </dgm:pt>
    <dgm:pt modelId="{86350989-6D24-42D8-A44D-A4014D55B049}" type="pres">
      <dgm:prSet presAssocID="{728A304B-7905-4B6C-BB80-87C271D92266}" presName="hierFlow" presStyleCnt="0"/>
      <dgm:spPr/>
    </dgm:pt>
    <dgm:pt modelId="{8B259365-3E97-4BB8-874A-0CC6C2A8BC2A}" type="pres">
      <dgm:prSet presAssocID="{728A304B-7905-4B6C-BB80-87C271D92266}" presName="hierChild1" presStyleCnt="0">
        <dgm:presLayoutVars>
          <dgm:chPref val="1"/>
          <dgm:animOne val="branch"/>
          <dgm:animLvl val="lvl"/>
        </dgm:presLayoutVars>
      </dgm:prSet>
      <dgm:spPr/>
    </dgm:pt>
    <dgm:pt modelId="{08D0FDC7-386F-4214-AC3D-16EFE7A55146}" type="pres">
      <dgm:prSet presAssocID="{EDC78A99-D40A-4070-97C2-02DC283834A5}" presName="Name17" presStyleCnt="0"/>
      <dgm:spPr/>
    </dgm:pt>
    <dgm:pt modelId="{3894083E-F76C-4377-96D5-5DB4500E31CB}" type="pres">
      <dgm:prSet presAssocID="{EDC78A99-D40A-4070-97C2-02DC283834A5}" presName="level1Shape" presStyleLbl="node0" presStyleIdx="0" presStyleCnt="1">
        <dgm:presLayoutVars>
          <dgm:chPref val="3"/>
        </dgm:presLayoutVars>
      </dgm:prSet>
      <dgm:spPr/>
      <dgm:t>
        <a:bodyPr/>
        <a:lstStyle/>
        <a:p>
          <a:endParaRPr lang="en-US"/>
        </a:p>
      </dgm:t>
    </dgm:pt>
    <dgm:pt modelId="{700DF23F-D9B1-4ABB-8199-F4396B194FEE}" type="pres">
      <dgm:prSet presAssocID="{EDC78A99-D40A-4070-97C2-02DC283834A5}" presName="hierChild2" presStyleCnt="0"/>
      <dgm:spPr/>
    </dgm:pt>
    <dgm:pt modelId="{4C7C6B0E-B1CC-447F-9160-4EF4A4664177}" type="pres">
      <dgm:prSet presAssocID="{19AEB946-ED8E-4ECE-8B2C-9B003C81FDBC}" presName="Name25" presStyleLbl="parChTrans1D2" presStyleIdx="0" presStyleCnt="4"/>
      <dgm:spPr/>
      <dgm:t>
        <a:bodyPr/>
        <a:lstStyle/>
        <a:p>
          <a:endParaRPr lang="en-US"/>
        </a:p>
      </dgm:t>
    </dgm:pt>
    <dgm:pt modelId="{A68E7AF8-ADCF-4C70-A45B-D83065EE32DA}" type="pres">
      <dgm:prSet presAssocID="{19AEB946-ED8E-4ECE-8B2C-9B003C81FDBC}" presName="connTx" presStyleLbl="parChTrans1D2" presStyleIdx="0" presStyleCnt="4"/>
      <dgm:spPr/>
      <dgm:t>
        <a:bodyPr/>
        <a:lstStyle/>
        <a:p>
          <a:endParaRPr lang="en-US"/>
        </a:p>
      </dgm:t>
    </dgm:pt>
    <dgm:pt modelId="{57C131B5-EA8D-4311-AEC7-73E7D9B6C8E6}" type="pres">
      <dgm:prSet presAssocID="{11C56343-0FDC-4C8B-814C-EA450EB89703}" presName="Name30" presStyleCnt="0"/>
      <dgm:spPr/>
    </dgm:pt>
    <dgm:pt modelId="{FE97EA39-0ED1-45D6-A6BC-A478372E17C3}" type="pres">
      <dgm:prSet presAssocID="{11C56343-0FDC-4C8B-814C-EA450EB89703}" presName="level2Shape" presStyleLbl="node2" presStyleIdx="0" presStyleCnt="4"/>
      <dgm:spPr/>
      <dgm:t>
        <a:bodyPr/>
        <a:lstStyle/>
        <a:p>
          <a:endParaRPr lang="en-US"/>
        </a:p>
      </dgm:t>
    </dgm:pt>
    <dgm:pt modelId="{6C0AF568-FC53-4AA2-B5A5-F68F38835096}" type="pres">
      <dgm:prSet presAssocID="{11C56343-0FDC-4C8B-814C-EA450EB89703}" presName="hierChild3" presStyleCnt="0"/>
      <dgm:spPr/>
    </dgm:pt>
    <dgm:pt modelId="{94CBDCDF-2FAC-48F3-89F2-8FD56FC4E096}" type="pres">
      <dgm:prSet presAssocID="{995DF6F1-C9D9-4033-938E-507D16E468B6}" presName="Name25" presStyleLbl="parChTrans1D3" presStyleIdx="0" presStyleCnt="6"/>
      <dgm:spPr/>
      <dgm:t>
        <a:bodyPr/>
        <a:lstStyle/>
        <a:p>
          <a:endParaRPr lang="en-US"/>
        </a:p>
      </dgm:t>
    </dgm:pt>
    <dgm:pt modelId="{AEC6790B-6C1C-4819-8284-0A2A68428EBF}" type="pres">
      <dgm:prSet presAssocID="{995DF6F1-C9D9-4033-938E-507D16E468B6}" presName="connTx" presStyleLbl="parChTrans1D3" presStyleIdx="0" presStyleCnt="6"/>
      <dgm:spPr/>
      <dgm:t>
        <a:bodyPr/>
        <a:lstStyle/>
        <a:p>
          <a:endParaRPr lang="en-US"/>
        </a:p>
      </dgm:t>
    </dgm:pt>
    <dgm:pt modelId="{259F482A-F2CB-46A8-9E80-A8405DC4AE3B}" type="pres">
      <dgm:prSet presAssocID="{7B0B1DA3-6ED4-4942-95E8-52D4FA42B0D5}" presName="Name30" presStyleCnt="0"/>
      <dgm:spPr/>
    </dgm:pt>
    <dgm:pt modelId="{1277BF99-B26F-49A2-B368-F6C20E40EB81}" type="pres">
      <dgm:prSet presAssocID="{7B0B1DA3-6ED4-4942-95E8-52D4FA42B0D5}" presName="level2Shape" presStyleLbl="node3" presStyleIdx="0" presStyleCnt="6" custScaleX="215223" custLinFactX="43316" custLinFactNeighborX="100000" custLinFactNeighborY="-879"/>
      <dgm:spPr/>
      <dgm:t>
        <a:bodyPr/>
        <a:lstStyle/>
        <a:p>
          <a:endParaRPr lang="en-US"/>
        </a:p>
      </dgm:t>
    </dgm:pt>
    <dgm:pt modelId="{4DA3A2DC-9B89-4F04-9574-2F33F0F0E343}" type="pres">
      <dgm:prSet presAssocID="{7B0B1DA3-6ED4-4942-95E8-52D4FA42B0D5}" presName="hierChild3" presStyleCnt="0"/>
      <dgm:spPr/>
    </dgm:pt>
    <dgm:pt modelId="{25DEDBB7-AD84-42AD-867B-E38E33D45CB9}" type="pres">
      <dgm:prSet presAssocID="{B6C17533-3B99-43CC-9963-5C5D221474C0}" presName="Name25" presStyleLbl="parChTrans1D2" presStyleIdx="1" presStyleCnt="4"/>
      <dgm:spPr/>
      <dgm:t>
        <a:bodyPr/>
        <a:lstStyle/>
        <a:p>
          <a:endParaRPr lang="en-US"/>
        </a:p>
      </dgm:t>
    </dgm:pt>
    <dgm:pt modelId="{92AD827F-FD70-46CB-B7CD-65134D5B1E56}" type="pres">
      <dgm:prSet presAssocID="{B6C17533-3B99-43CC-9963-5C5D221474C0}" presName="connTx" presStyleLbl="parChTrans1D2" presStyleIdx="1" presStyleCnt="4"/>
      <dgm:spPr/>
      <dgm:t>
        <a:bodyPr/>
        <a:lstStyle/>
        <a:p>
          <a:endParaRPr lang="en-US"/>
        </a:p>
      </dgm:t>
    </dgm:pt>
    <dgm:pt modelId="{913712FD-2931-49F4-AB3B-D447AB656ABF}" type="pres">
      <dgm:prSet presAssocID="{0EC3E790-2834-4B30-9758-26DD806947A8}" presName="Name30" presStyleCnt="0"/>
      <dgm:spPr/>
    </dgm:pt>
    <dgm:pt modelId="{F8B3A0FD-B045-4738-B7C2-84A624645D87}" type="pres">
      <dgm:prSet presAssocID="{0EC3E790-2834-4B30-9758-26DD806947A8}" presName="level2Shape" presStyleLbl="node2" presStyleIdx="1" presStyleCnt="4"/>
      <dgm:spPr/>
      <dgm:t>
        <a:bodyPr/>
        <a:lstStyle/>
        <a:p>
          <a:endParaRPr lang="en-US"/>
        </a:p>
      </dgm:t>
    </dgm:pt>
    <dgm:pt modelId="{484E7ECA-C28D-49B1-BAC0-BE2CFC31129C}" type="pres">
      <dgm:prSet presAssocID="{0EC3E790-2834-4B30-9758-26DD806947A8}" presName="hierChild3" presStyleCnt="0"/>
      <dgm:spPr/>
    </dgm:pt>
    <dgm:pt modelId="{097CCFDC-3E04-44CE-91CD-4281F25BA747}" type="pres">
      <dgm:prSet presAssocID="{D4D773AF-D9F5-413F-988D-2790E3547000}" presName="Name25" presStyleLbl="parChTrans1D3" presStyleIdx="1" presStyleCnt="6"/>
      <dgm:spPr/>
    </dgm:pt>
    <dgm:pt modelId="{A3944A0C-759B-4E7C-92C4-7C9DE7D25365}" type="pres">
      <dgm:prSet presAssocID="{D4D773AF-D9F5-413F-988D-2790E3547000}" presName="connTx" presStyleLbl="parChTrans1D3" presStyleIdx="1" presStyleCnt="6"/>
      <dgm:spPr/>
    </dgm:pt>
    <dgm:pt modelId="{C02E62BE-B93A-492B-83BD-23D089139497}" type="pres">
      <dgm:prSet presAssocID="{7CF43498-D06F-4886-8C9A-2F99C03AA6AB}" presName="Name30" presStyleCnt="0"/>
      <dgm:spPr/>
    </dgm:pt>
    <dgm:pt modelId="{7FF22E21-4121-4936-877F-55040E8DCC27}" type="pres">
      <dgm:prSet presAssocID="{7CF43498-D06F-4886-8C9A-2F99C03AA6AB}" presName="level2Shape" presStyleLbl="node3" presStyleIdx="1" presStyleCnt="6"/>
      <dgm:spPr/>
      <dgm:t>
        <a:bodyPr/>
        <a:lstStyle/>
        <a:p>
          <a:endParaRPr lang="en-US"/>
        </a:p>
      </dgm:t>
    </dgm:pt>
    <dgm:pt modelId="{B2215F8F-E728-4AFD-9404-DF1B78D13B10}" type="pres">
      <dgm:prSet presAssocID="{7CF43498-D06F-4886-8C9A-2F99C03AA6AB}" presName="hierChild3" presStyleCnt="0"/>
      <dgm:spPr/>
    </dgm:pt>
    <dgm:pt modelId="{DF5EC294-0BA9-494C-8C93-22760D10A177}" type="pres">
      <dgm:prSet presAssocID="{9EF984C5-DBD9-4558-9238-02AF4953F358}" presName="Name25" presStyleLbl="parChTrans1D4" presStyleIdx="0" presStyleCnt="3"/>
      <dgm:spPr/>
    </dgm:pt>
    <dgm:pt modelId="{986BD57D-21DC-49DF-8F91-02E1E0033C7E}" type="pres">
      <dgm:prSet presAssocID="{9EF984C5-DBD9-4558-9238-02AF4953F358}" presName="connTx" presStyleLbl="parChTrans1D4" presStyleIdx="0" presStyleCnt="3"/>
      <dgm:spPr/>
    </dgm:pt>
    <dgm:pt modelId="{00B78A8E-7215-435F-BD2C-BE823B4FD736}" type="pres">
      <dgm:prSet presAssocID="{CC73153F-1D90-42CE-99B5-DD9F1ADDADFF}" presName="Name30" presStyleCnt="0"/>
      <dgm:spPr/>
    </dgm:pt>
    <dgm:pt modelId="{1841944F-C3E7-4023-AD33-BE6B00028442}" type="pres">
      <dgm:prSet presAssocID="{CC73153F-1D90-42CE-99B5-DD9F1ADDADFF}" presName="level2Shape" presStyleLbl="node4" presStyleIdx="0" presStyleCnt="3" custScaleX="306564"/>
      <dgm:spPr/>
      <dgm:t>
        <a:bodyPr/>
        <a:lstStyle/>
        <a:p>
          <a:endParaRPr lang="en-US"/>
        </a:p>
      </dgm:t>
    </dgm:pt>
    <dgm:pt modelId="{79A99724-9E54-48CA-A391-3A2560896E87}" type="pres">
      <dgm:prSet presAssocID="{CC73153F-1D90-42CE-99B5-DD9F1ADDADFF}" presName="hierChild3" presStyleCnt="0"/>
      <dgm:spPr/>
    </dgm:pt>
    <dgm:pt modelId="{8675AB5E-098A-4D78-8B24-39DA263DE5E2}" type="pres">
      <dgm:prSet presAssocID="{295C9B39-179E-4449-947C-A70BD1489FF5}" presName="Name25" presStyleLbl="parChTrans1D3" presStyleIdx="2" presStyleCnt="6"/>
      <dgm:spPr/>
    </dgm:pt>
    <dgm:pt modelId="{8140E210-255C-411E-9F4B-352C7E5E6D23}" type="pres">
      <dgm:prSet presAssocID="{295C9B39-179E-4449-947C-A70BD1489FF5}" presName="connTx" presStyleLbl="parChTrans1D3" presStyleIdx="2" presStyleCnt="6"/>
      <dgm:spPr/>
    </dgm:pt>
    <dgm:pt modelId="{A104FF79-3484-449E-93CC-FFBABB6017D1}" type="pres">
      <dgm:prSet presAssocID="{985C67DE-5754-4184-A802-465522D049CA}" presName="Name30" presStyleCnt="0"/>
      <dgm:spPr/>
    </dgm:pt>
    <dgm:pt modelId="{28B8ADB4-E738-4A21-8071-457198184814}" type="pres">
      <dgm:prSet presAssocID="{985C67DE-5754-4184-A802-465522D049CA}" presName="level2Shape" presStyleLbl="node3" presStyleIdx="2" presStyleCnt="6"/>
      <dgm:spPr/>
      <dgm:t>
        <a:bodyPr/>
        <a:lstStyle/>
        <a:p>
          <a:endParaRPr lang="en-US"/>
        </a:p>
      </dgm:t>
    </dgm:pt>
    <dgm:pt modelId="{DA27DE4F-10CA-4233-94DE-1BEEF82CF711}" type="pres">
      <dgm:prSet presAssocID="{985C67DE-5754-4184-A802-465522D049CA}" presName="hierChild3" presStyleCnt="0"/>
      <dgm:spPr/>
    </dgm:pt>
    <dgm:pt modelId="{5BBEEBE9-3BBF-455E-A7F2-BB813ACFF09E}" type="pres">
      <dgm:prSet presAssocID="{FB9C1188-B7EB-443D-B56E-48CAC726074F}" presName="Name25" presStyleLbl="parChTrans1D4" presStyleIdx="1" presStyleCnt="3"/>
      <dgm:spPr/>
    </dgm:pt>
    <dgm:pt modelId="{362781F9-91B7-48CB-A1D2-8391BA0068A1}" type="pres">
      <dgm:prSet presAssocID="{FB9C1188-B7EB-443D-B56E-48CAC726074F}" presName="connTx" presStyleLbl="parChTrans1D4" presStyleIdx="1" presStyleCnt="3"/>
      <dgm:spPr/>
    </dgm:pt>
    <dgm:pt modelId="{DA6B2BB8-FDD5-4574-AA82-631B55E692F3}" type="pres">
      <dgm:prSet presAssocID="{0B3D0063-831C-4330-811D-EBF6FC5BD8C1}" presName="Name30" presStyleCnt="0"/>
      <dgm:spPr/>
    </dgm:pt>
    <dgm:pt modelId="{AD1E62D5-DDCA-48F0-82F5-EA257EADEB51}" type="pres">
      <dgm:prSet presAssocID="{0B3D0063-831C-4330-811D-EBF6FC5BD8C1}" presName="level2Shape" presStyleLbl="node4" presStyleIdx="1" presStyleCnt="3" custScaleX="306564"/>
      <dgm:spPr/>
      <dgm:t>
        <a:bodyPr/>
        <a:lstStyle/>
        <a:p>
          <a:endParaRPr lang="en-US"/>
        </a:p>
      </dgm:t>
    </dgm:pt>
    <dgm:pt modelId="{AA223FEC-F7E2-48B0-B53A-9A10619FB2E7}" type="pres">
      <dgm:prSet presAssocID="{0B3D0063-831C-4330-811D-EBF6FC5BD8C1}" presName="hierChild3" presStyleCnt="0"/>
      <dgm:spPr/>
    </dgm:pt>
    <dgm:pt modelId="{D24D7977-0520-416D-84EE-2110D9512431}" type="pres">
      <dgm:prSet presAssocID="{E2A1D4B8-589C-46EA-A044-B1B7278A522A}" presName="Name25" presStyleLbl="parChTrans1D3" presStyleIdx="3" presStyleCnt="6"/>
      <dgm:spPr/>
    </dgm:pt>
    <dgm:pt modelId="{9D7B87F3-F3D2-426B-A242-6893B075B1DC}" type="pres">
      <dgm:prSet presAssocID="{E2A1D4B8-589C-46EA-A044-B1B7278A522A}" presName="connTx" presStyleLbl="parChTrans1D3" presStyleIdx="3" presStyleCnt="6"/>
      <dgm:spPr/>
    </dgm:pt>
    <dgm:pt modelId="{9B219A0E-820E-4607-BE3B-D3AC3F387BE9}" type="pres">
      <dgm:prSet presAssocID="{7B3389D2-8B47-4E6B-A5F6-837EF63635BD}" presName="Name30" presStyleCnt="0"/>
      <dgm:spPr/>
    </dgm:pt>
    <dgm:pt modelId="{D3B7A3B0-1A7C-4459-8692-57C768E6EF23}" type="pres">
      <dgm:prSet presAssocID="{7B3389D2-8B47-4E6B-A5F6-837EF63635BD}" presName="level2Shape" presStyleLbl="node3" presStyleIdx="3" presStyleCnt="6"/>
      <dgm:spPr/>
      <dgm:t>
        <a:bodyPr/>
        <a:lstStyle/>
        <a:p>
          <a:endParaRPr lang="en-US"/>
        </a:p>
      </dgm:t>
    </dgm:pt>
    <dgm:pt modelId="{7E6CD7AF-01D1-44AE-8DC7-48F7E1D96624}" type="pres">
      <dgm:prSet presAssocID="{7B3389D2-8B47-4E6B-A5F6-837EF63635BD}" presName="hierChild3" presStyleCnt="0"/>
      <dgm:spPr/>
    </dgm:pt>
    <dgm:pt modelId="{313E1964-D1CA-41CD-A990-1A8669A4B28F}" type="pres">
      <dgm:prSet presAssocID="{73DB95A8-AF3F-4E31-A410-7E709E32CF3F}" presName="Name25" presStyleLbl="parChTrans1D4" presStyleIdx="2" presStyleCnt="3"/>
      <dgm:spPr/>
    </dgm:pt>
    <dgm:pt modelId="{6A66F692-08EA-46D1-93F6-302D683F276F}" type="pres">
      <dgm:prSet presAssocID="{73DB95A8-AF3F-4E31-A410-7E709E32CF3F}" presName="connTx" presStyleLbl="parChTrans1D4" presStyleIdx="2" presStyleCnt="3"/>
      <dgm:spPr/>
    </dgm:pt>
    <dgm:pt modelId="{46421041-CC0E-4742-8CA2-EF914D2BDFD7}" type="pres">
      <dgm:prSet presAssocID="{280315FE-0BC1-4E09-97E8-01EC3876BF7E}" presName="Name30" presStyleCnt="0"/>
      <dgm:spPr/>
    </dgm:pt>
    <dgm:pt modelId="{70690B3E-3689-42FB-B345-B8BF99F3D901}" type="pres">
      <dgm:prSet presAssocID="{280315FE-0BC1-4E09-97E8-01EC3876BF7E}" presName="level2Shape" presStyleLbl="node4" presStyleIdx="2" presStyleCnt="3" custScaleX="306564"/>
      <dgm:spPr/>
      <dgm:t>
        <a:bodyPr/>
        <a:lstStyle/>
        <a:p>
          <a:endParaRPr lang="en-US"/>
        </a:p>
      </dgm:t>
    </dgm:pt>
    <dgm:pt modelId="{93B5E78C-8F36-4B07-B905-9962AC57B362}" type="pres">
      <dgm:prSet presAssocID="{280315FE-0BC1-4E09-97E8-01EC3876BF7E}" presName="hierChild3" presStyleCnt="0"/>
      <dgm:spPr/>
    </dgm:pt>
    <dgm:pt modelId="{BCA41193-DA3E-4317-9F4D-7D84A9D6BF4F}" type="pres">
      <dgm:prSet presAssocID="{4583E395-E0DB-410E-A03B-95087B5F75BB}" presName="Name25" presStyleLbl="parChTrans1D2" presStyleIdx="2" presStyleCnt="4"/>
      <dgm:spPr/>
      <dgm:t>
        <a:bodyPr/>
        <a:lstStyle/>
        <a:p>
          <a:endParaRPr lang="en-US"/>
        </a:p>
      </dgm:t>
    </dgm:pt>
    <dgm:pt modelId="{99999645-C543-4814-A37F-4BEBFB698B5B}" type="pres">
      <dgm:prSet presAssocID="{4583E395-E0DB-410E-A03B-95087B5F75BB}" presName="connTx" presStyleLbl="parChTrans1D2" presStyleIdx="2" presStyleCnt="4"/>
      <dgm:spPr/>
      <dgm:t>
        <a:bodyPr/>
        <a:lstStyle/>
        <a:p>
          <a:endParaRPr lang="en-US"/>
        </a:p>
      </dgm:t>
    </dgm:pt>
    <dgm:pt modelId="{47B06AA8-3CC2-4BC5-B5D4-244DEF51D59A}" type="pres">
      <dgm:prSet presAssocID="{6E880535-0E60-4C0F-94F6-71898E7894EF}" presName="Name30" presStyleCnt="0"/>
      <dgm:spPr/>
    </dgm:pt>
    <dgm:pt modelId="{B357CB8D-9988-4E0C-9FBB-B23E5A112773}" type="pres">
      <dgm:prSet presAssocID="{6E880535-0E60-4C0F-94F6-71898E7894EF}" presName="level2Shape" presStyleLbl="node2" presStyleIdx="2" presStyleCnt="4"/>
      <dgm:spPr/>
      <dgm:t>
        <a:bodyPr/>
        <a:lstStyle/>
        <a:p>
          <a:endParaRPr lang="en-US"/>
        </a:p>
      </dgm:t>
    </dgm:pt>
    <dgm:pt modelId="{5C5F39D7-FE19-4C78-8194-A99822840725}" type="pres">
      <dgm:prSet presAssocID="{6E880535-0E60-4C0F-94F6-71898E7894EF}" presName="hierChild3" presStyleCnt="0"/>
      <dgm:spPr/>
    </dgm:pt>
    <dgm:pt modelId="{FAFC5FEF-0B50-4D85-84FD-21B2EA289C38}" type="pres">
      <dgm:prSet presAssocID="{30BD119A-777C-4765-A934-874FFE7EB61E}" presName="Name25" presStyleLbl="parChTrans1D3" presStyleIdx="4" presStyleCnt="6"/>
      <dgm:spPr/>
      <dgm:t>
        <a:bodyPr/>
        <a:lstStyle/>
        <a:p>
          <a:endParaRPr lang="en-US"/>
        </a:p>
      </dgm:t>
    </dgm:pt>
    <dgm:pt modelId="{D2814A3E-473D-4C16-871A-CFEB5916FA1B}" type="pres">
      <dgm:prSet presAssocID="{30BD119A-777C-4765-A934-874FFE7EB61E}" presName="connTx" presStyleLbl="parChTrans1D3" presStyleIdx="4" presStyleCnt="6"/>
      <dgm:spPr/>
      <dgm:t>
        <a:bodyPr/>
        <a:lstStyle/>
        <a:p>
          <a:endParaRPr lang="en-US"/>
        </a:p>
      </dgm:t>
    </dgm:pt>
    <dgm:pt modelId="{B8523804-A936-41F4-A302-A28605770B97}" type="pres">
      <dgm:prSet presAssocID="{00D5CBAE-F8D0-4567-95CD-987C649C57B7}" presName="Name30" presStyleCnt="0"/>
      <dgm:spPr/>
    </dgm:pt>
    <dgm:pt modelId="{0736BDBE-206F-4082-A88A-4F17A4884ED6}" type="pres">
      <dgm:prSet presAssocID="{00D5CBAE-F8D0-4567-95CD-987C649C57B7}" presName="level2Shape" presStyleLbl="node3" presStyleIdx="4" presStyleCnt="6" custScaleX="360287" custLinFactX="36537" custLinFactNeighborX="100000" custLinFactNeighborY="-1937"/>
      <dgm:spPr/>
      <dgm:t>
        <a:bodyPr/>
        <a:lstStyle/>
        <a:p>
          <a:endParaRPr lang="en-US"/>
        </a:p>
      </dgm:t>
    </dgm:pt>
    <dgm:pt modelId="{B765D72D-C82A-4D3C-AA06-78DE6967975C}" type="pres">
      <dgm:prSet presAssocID="{00D5CBAE-F8D0-4567-95CD-987C649C57B7}" presName="hierChild3" presStyleCnt="0"/>
      <dgm:spPr/>
    </dgm:pt>
    <dgm:pt modelId="{125F213A-A682-43DC-B479-782EEB15F96A}" type="pres">
      <dgm:prSet presAssocID="{C2518621-2CA8-4594-8808-3D6DE403CA83}" presName="Name25" presStyleLbl="parChTrans1D2" presStyleIdx="3" presStyleCnt="4"/>
      <dgm:spPr/>
      <dgm:t>
        <a:bodyPr/>
        <a:lstStyle/>
        <a:p>
          <a:endParaRPr lang="en-US"/>
        </a:p>
      </dgm:t>
    </dgm:pt>
    <dgm:pt modelId="{E0542441-991A-4C91-9BBC-6889216475C2}" type="pres">
      <dgm:prSet presAssocID="{C2518621-2CA8-4594-8808-3D6DE403CA83}" presName="connTx" presStyleLbl="parChTrans1D2" presStyleIdx="3" presStyleCnt="4"/>
      <dgm:spPr/>
      <dgm:t>
        <a:bodyPr/>
        <a:lstStyle/>
        <a:p>
          <a:endParaRPr lang="en-US"/>
        </a:p>
      </dgm:t>
    </dgm:pt>
    <dgm:pt modelId="{97DC4CC6-5E34-4B7A-A78A-AED1A847662C}" type="pres">
      <dgm:prSet presAssocID="{387F9084-DA08-4F06-8949-F6659046D9C1}" presName="Name30" presStyleCnt="0"/>
      <dgm:spPr/>
    </dgm:pt>
    <dgm:pt modelId="{36E58629-E1A2-4DD2-8D70-8CC8EDE6CD1C}" type="pres">
      <dgm:prSet presAssocID="{387F9084-DA08-4F06-8949-F6659046D9C1}" presName="level2Shape" presStyleLbl="node2" presStyleIdx="3" presStyleCnt="4"/>
      <dgm:spPr/>
      <dgm:t>
        <a:bodyPr/>
        <a:lstStyle/>
        <a:p>
          <a:endParaRPr lang="en-US"/>
        </a:p>
      </dgm:t>
    </dgm:pt>
    <dgm:pt modelId="{7BDCDCC5-C6FA-49D1-B034-41B9FD813F75}" type="pres">
      <dgm:prSet presAssocID="{387F9084-DA08-4F06-8949-F6659046D9C1}" presName="hierChild3" presStyleCnt="0"/>
      <dgm:spPr/>
    </dgm:pt>
    <dgm:pt modelId="{D3BF5AB4-A2E1-43A1-91FA-79B172AD6E9E}" type="pres">
      <dgm:prSet presAssocID="{56370591-6533-4B15-88C2-F8A9E8316834}" presName="Name25" presStyleLbl="parChTrans1D3" presStyleIdx="5" presStyleCnt="6"/>
      <dgm:spPr/>
      <dgm:t>
        <a:bodyPr/>
        <a:lstStyle/>
        <a:p>
          <a:endParaRPr lang="en-US"/>
        </a:p>
      </dgm:t>
    </dgm:pt>
    <dgm:pt modelId="{C5C15295-67B3-49F6-99E6-CDFC1124B634}" type="pres">
      <dgm:prSet presAssocID="{56370591-6533-4B15-88C2-F8A9E8316834}" presName="connTx" presStyleLbl="parChTrans1D3" presStyleIdx="5" presStyleCnt="6"/>
      <dgm:spPr/>
      <dgm:t>
        <a:bodyPr/>
        <a:lstStyle/>
        <a:p>
          <a:endParaRPr lang="en-US"/>
        </a:p>
      </dgm:t>
    </dgm:pt>
    <dgm:pt modelId="{5E19DAFB-F0AF-431A-A640-5C83D56BE566}" type="pres">
      <dgm:prSet presAssocID="{13DB60D6-252D-49D7-8AC8-668ED5EA5746}" presName="Name30" presStyleCnt="0"/>
      <dgm:spPr/>
    </dgm:pt>
    <dgm:pt modelId="{98FEA031-04C4-45E4-AE81-D4F944398789}" type="pres">
      <dgm:prSet presAssocID="{13DB60D6-252D-49D7-8AC8-668ED5EA5746}" presName="level2Shape" presStyleLbl="node3" presStyleIdx="5" presStyleCnt="6" custScaleX="360287" custLinFactX="36537" custLinFactNeighborX="100000" custLinFactNeighborY="-1937"/>
      <dgm:spPr/>
      <dgm:t>
        <a:bodyPr/>
        <a:lstStyle/>
        <a:p>
          <a:endParaRPr lang="en-US"/>
        </a:p>
      </dgm:t>
    </dgm:pt>
    <dgm:pt modelId="{19B2CB3D-E104-4998-B510-3E7830E3FDB5}" type="pres">
      <dgm:prSet presAssocID="{13DB60D6-252D-49D7-8AC8-668ED5EA5746}" presName="hierChild3" presStyleCnt="0"/>
      <dgm:spPr/>
    </dgm:pt>
    <dgm:pt modelId="{1A4D447B-AEEF-4ABC-97A5-63B70BE013E8}" type="pres">
      <dgm:prSet presAssocID="{728A304B-7905-4B6C-BB80-87C271D92266}" presName="bgShapesFlow" presStyleCnt="0"/>
      <dgm:spPr/>
    </dgm:pt>
  </dgm:ptLst>
  <dgm:cxnLst>
    <dgm:cxn modelId="{D4EA61F4-1CD2-4D3F-B756-A57FE12E4281}" type="presOf" srcId="{728A304B-7905-4B6C-BB80-87C271D92266}" destId="{E11C5C42-2A95-49B9-9248-C76940C2273B}" srcOrd="0" destOrd="0" presId="urn:microsoft.com/office/officeart/2005/8/layout/hierarchy5"/>
    <dgm:cxn modelId="{DEDE1DB1-F4CC-46A3-A0B6-CF70E22AA2EA}" type="presOf" srcId="{D4D773AF-D9F5-413F-988D-2790E3547000}" destId="{097CCFDC-3E04-44CE-91CD-4281F25BA747}" srcOrd="0" destOrd="0" presId="urn:microsoft.com/office/officeart/2005/8/layout/hierarchy5"/>
    <dgm:cxn modelId="{E0651D9B-E7C5-41B0-8598-53D42593A0DA}" type="presOf" srcId="{4583E395-E0DB-410E-A03B-95087B5F75BB}" destId="{99999645-C543-4814-A37F-4BEBFB698B5B}" srcOrd="1" destOrd="0" presId="urn:microsoft.com/office/officeart/2005/8/layout/hierarchy5"/>
    <dgm:cxn modelId="{CCDD1D27-4C52-4126-BD56-8FF9741D76A3}" type="presOf" srcId="{B6C17533-3B99-43CC-9963-5C5D221474C0}" destId="{92AD827F-FD70-46CB-B7CD-65134D5B1E56}" srcOrd="1" destOrd="0" presId="urn:microsoft.com/office/officeart/2005/8/layout/hierarchy5"/>
    <dgm:cxn modelId="{D0457EBF-3490-4EDB-877F-9CD7B1457205}" srcId="{0EC3E790-2834-4B30-9758-26DD806947A8}" destId="{985C67DE-5754-4184-A802-465522D049CA}" srcOrd="1" destOrd="0" parTransId="{295C9B39-179E-4449-947C-A70BD1489FF5}" sibTransId="{D8C113C3-C22E-4ED3-913D-1BAAF1128FB9}"/>
    <dgm:cxn modelId="{98C597A2-8C87-4D0D-B829-611E8E34AF08}" srcId="{EDC78A99-D40A-4070-97C2-02DC283834A5}" destId="{6E880535-0E60-4C0F-94F6-71898E7894EF}" srcOrd="2" destOrd="0" parTransId="{4583E395-E0DB-410E-A03B-95087B5F75BB}" sibTransId="{C15C929F-7FB9-4F27-8A93-74FBDC82B696}"/>
    <dgm:cxn modelId="{7041AEDF-9B7E-4B52-AF6E-D8A25BF74A61}" type="presOf" srcId="{FB9C1188-B7EB-443D-B56E-48CAC726074F}" destId="{5BBEEBE9-3BBF-455E-A7F2-BB813ACFF09E}" srcOrd="0" destOrd="0" presId="urn:microsoft.com/office/officeart/2005/8/layout/hierarchy5"/>
    <dgm:cxn modelId="{C7E5A2FE-8A22-4FF1-92D0-98BD297E7FBF}" srcId="{6E880535-0E60-4C0F-94F6-71898E7894EF}" destId="{00D5CBAE-F8D0-4567-95CD-987C649C57B7}" srcOrd="0" destOrd="0" parTransId="{30BD119A-777C-4765-A934-874FFE7EB61E}" sibTransId="{6A19194C-BB42-40FB-8741-186EE02E8BA3}"/>
    <dgm:cxn modelId="{F9EE7C4B-59F7-4B3F-BCE2-690E67BC7015}" type="presOf" srcId="{995DF6F1-C9D9-4033-938E-507D16E468B6}" destId="{94CBDCDF-2FAC-48F3-89F2-8FD56FC4E096}" srcOrd="0" destOrd="0" presId="urn:microsoft.com/office/officeart/2005/8/layout/hierarchy5"/>
    <dgm:cxn modelId="{D37E377A-6A8C-4349-BDDE-3B2C445B1D69}" type="presOf" srcId="{D4D773AF-D9F5-413F-988D-2790E3547000}" destId="{A3944A0C-759B-4E7C-92C4-7C9DE7D25365}" srcOrd="1" destOrd="0" presId="urn:microsoft.com/office/officeart/2005/8/layout/hierarchy5"/>
    <dgm:cxn modelId="{C21F9C49-992B-4A49-BB54-805185BAB816}" type="presOf" srcId="{56370591-6533-4B15-88C2-F8A9E8316834}" destId="{D3BF5AB4-A2E1-43A1-91FA-79B172AD6E9E}" srcOrd="0" destOrd="0" presId="urn:microsoft.com/office/officeart/2005/8/layout/hierarchy5"/>
    <dgm:cxn modelId="{98F3AB64-4C58-4068-AAFD-A692F59ADCDF}" type="presOf" srcId="{280315FE-0BC1-4E09-97E8-01EC3876BF7E}" destId="{70690B3E-3689-42FB-B345-B8BF99F3D901}" srcOrd="0" destOrd="0" presId="urn:microsoft.com/office/officeart/2005/8/layout/hierarchy5"/>
    <dgm:cxn modelId="{BC92F66F-8E84-4EB3-BEFB-14BC90C904CF}" type="presOf" srcId="{7B3389D2-8B47-4E6B-A5F6-837EF63635BD}" destId="{D3B7A3B0-1A7C-4459-8692-57C768E6EF23}" srcOrd="0" destOrd="0" presId="urn:microsoft.com/office/officeart/2005/8/layout/hierarchy5"/>
    <dgm:cxn modelId="{A098FBB0-CDD9-458F-9E08-77A561556737}" type="presOf" srcId="{985C67DE-5754-4184-A802-465522D049CA}" destId="{28B8ADB4-E738-4A21-8071-457198184814}" srcOrd="0" destOrd="0" presId="urn:microsoft.com/office/officeart/2005/8/layout/hierarchy5"/>
    <dgm:cxn modelId="{4A21C6B6-8834-4548-BDC4-10D5FE065EA6}" type="presOf" srcId="{295C9B39-179E-4449-947C-A70BD1489FF5}" destId="{8675AB5E-098A-4D78-8B24-39DA263DE5E2}" srcOrd="0" destOrd="0" presId="urn:microsoft.com/office/officeart/2005/8/layout/hierarchy5"/>
    <dgm:cxn modelId="{7F1F7033-90E3-41AB-87AA-18B0032634E8}" type="presOf" srcId="{C2518621-2CA8-4594-8808-3D6DE403CA83}" destId="{125F213A-A682-43DC-B479-782EEB15F96A}" srcOrd="0" destOrd="0" presId="urn:microsoft.com/office/officeart/2005/8/layout/hierarchy5"/>
    <dgm:cxn modelId="{F51587CF-4021-430F-8E52-EF5DB4D90E27}" type="presOf" srcId="{0EC3E790-2834-4B30-9758-26DD806947A8}" destId="{F8B3A0FD-B045-4738-B7C2-84A624645D87}" srcOrd="0" destOrd="0" presId="urn:microsoft.com/office/officeart/2005/8/layout/hierarchy5"/>
    <dgm:cxn modelId="{2E169A89-1D71-431C-A897-0D3FCFFC4B44}" type="presOf" srcId="{387F9084-DA08-4F06-8949-F6659046D9C1}" destId="{36E58629-E1A2-4DD2-8D70-8CC8EDE6CD1C}" srcOrd="0" destOrd="0" presId="urn:microsoft.com/office/officeart/2005/8/layout/hierarchy5"/>
    <dgm:cxn modelId="{4E3B4DDD-CE42-4508-8420-63D1CF7B20B5}" type="presOf" srcId="{30BD119A-777C-4765-A934-874FFE7EB61E}" destId="{D2814A3E-473D-4C16-871A-CFEB5916FA1B}" srcOrd="1" destOrd="0" presId="urn:microsoft.com/office/officeart/2005/8/layout/hierarchy5"/>
    <dgm:cxn modelId="{6F1175C7-9B6E-4B99-943A-6DF5A5D83E14}" type="presOf" srcId="{19AEB946-ED8E-4ECE-8B2C-9B003C81FDBC}" destId="{4C7C6B0E-B1CC-447F-9160-4EF4A4664177}" srcOrd="0" destOrd="0" presId="urn:microsoft.com/office/officeart/2005/8/layout/hierarchy5"/>
    <dgm:cxn modelId="{C9A5FD62-A251-4482-8C9A-06226B34A684}" type="presOf" srcId="{9EF984C5-DBD9-4558-9238-02AF4953F358}" destId="{DF5EC294-0BA9-494C-8C93-22760D10A177}" srcOrd="0" destOrd="0" presId="urn:microsoft.com/office/officeart/2005/8/layout/hierarchy5"/>
    <dgm:cxn modelId="{054A091F-917B-44EE-9D8C-02FEAF5465FF}" type="presOf" srcId="{295C9B39-179E-4449-947C-A70BD1489FF5}" destId="{8140E210-255C-411E-9F4B-352C7E5E6D23}" srcOrd="1" destOrd="0" presId="urn:microsoft.com/office/officeart/2005/8/layout/hierarchy5"/>
    <dgm:cxn modelId="{C1686F41-413D-49AB-80BF-8C00CEF84C62}" type="presOf" srcId="{00D5CBAE-F8D0-4567-95CD-987C649C57B7}" destId="{0736BDBE-206F-4082-A88A-4F17A4884ED6}" srcOrd="0" destOrd="0" presId="urn:microsoft.com/office/officeart/2005/8/layout/hierarchy5"/>
    <dgm:cxn modelId="{321116CB-1AA4-481D-948F-0078E6186012}" type="presOf" srcId="{B6C17533-3B99-43CC-9963-5C5D221474C0}" destId="{25DEDBB7-AD84-42AD-867B-E38E33D45CB9}" srcOrd="0" destOrd="0" presId="urn:microsoft.com/office/officeart/2005/8/layout/hierarchy5"/>
    <dgm:cxn modelId="{27F68121-315D-49BB-BA59-E37AD8728EB3}" type="presOf" srcId="{56370591-6533-4B15-88C2-F8A9E8316834}" destId="{C5C15295-67B3-49F6-99E6-CDFC1124B634}" srcOrd="1" destOrd="0" presId="urn:microsoft.com/office/officeart/2005/8/layout/hierarchy5"/>
    <dgm:cxn modelId="{12C7D1D7-AA09-47BC-8192-5F75E6C435C6}" srcId="{EDC78A99-D40A-4070-97C2-02DC283834A5}" destId="{0EC3E790-2834-4B30-9758-26DD806947A8}" srcOrd="1" destOrd="0" parTransId="{B6C17533-3B99-43CC-9963-5C5D221474C0}" sibTransId="{60DE79CD-9DDF-4443-86D5-2C4A002F364F}"/>
    <dgm:cxn modelId="{F8C61820-3FC1-48AA-AC96-E1659E25B706}" srcId="{7CF43498-D06F-4886-8C9A-2F99C03AA6AB}" destId="{CC73153F-1D90-42CE-99B5-DD9F1ADDADFF}" srcOrd="0" destOrd="0" parTransId="{9EF984C5-DBD9-4558-9238-02AF4953F358}" sibTransId="{6D449A12-3A2C-44F2-B078-B8F71A14463D}"/>
    <dgm:cxn modelId="{552906E3-BB5E-4DF8-8877-088970120A0C}" srcId="{387F9084-DA08-4F06-8949-F6659046D9C1}" destId="{13DB60D6-252D-49D7-8AC8-668ED5EA5746}" srcOrd="0" destOrd="0" parTransId="{56370591-6533-4B15-88C2-F8A9E8316834}" sibTransId="{ED6906B9-F999-4601-9E99-5B3E1968D001}"/>
    <dgm:cxn modelId="{2443862D-47B9-4CCB-9540-A87E93A71371}" type="presOf" srcId="{CC73153F-1D90-42CE-99B5-DD9F1ADDADFF}" destId="{1841944F-C3E7-4023-AD33-BE6B00028442}" srcOrd="0" destOrd="0" presId="urn:microsoft.com/office/officeart/2005/8/layout/hierarchy5"/>
    <dgm:cxn modelId="{AF79ED69-32DB-4180-9C4F-5E3B6A031F75}" srcId="{EDC78A99-D40A-4070-97C2-02DC283834A5}" destId="{387F9084-DA08-4F06-8949-F6659046D9C1}" srcOrd="3" destOrd="0" parTransId="{C2518621-2CA8-4594-8808-3D6DE403CA83}" sibTransId="{DBA709B4-EA11-4706-A63F-C83919FC1BD9}"/>
    <dgm:cxn modelId="{7175E09E-B87E-4D1D-9277-0AABC430A686}" srcId="{EDC78A99-D40A-4070-97C2-02DC283834A5}" destId="{11C56343-0FDC-4C8B-814C-EA450EB89703}" srcOrd="0" destOrd="0" parTransId="{19AEB946-ED8E-4ECE-8B2C-9B003C81FDBC}" sibTransId="{5E27C0F1-7F05-40FD-9794-55D63F1A48D2}"/>
    <dgm:cxn modelId="{A543085A-DF3F-4306-848D-E12480D65F3A}" srcId="{0EC3E790-2834-4B30-9758-26DD806947A8}" destId="{7CF43498-D06F-4886-8C9A-2F99C03AA6AB}" srcOrd="0" destOrd="0" parTransId="{D4D773AF-D9F5-413F-988D-2790E3547000}" sibTransId="{5F3170C9-8214-4C0C-A271-D63670E27666}"/>
    <dgm:cxn modelId="{3C963102-C8BA-4082-95B0-A2CCA277806D}" srcId="{985C67DE-5754-4184-A802-465522D049CA}" destId="{0B3D0063-831C-4330-811D-EBF6FC5BD8C1}" srcOrd="0" destOrd="0" parTransId="{FB9C1188-B7EB-443D-B56E-48CAC726074F}" sibTransId="{967EFC58-41EE-4ECB-A14C-3899D24A3594}"/>
    <dgm:cxn modelId="{12F525EB-496D-46E2-BA30-A8D647A69FE9}" type="presOf" srcId="{30BD119A-777C-4765-A934-874FFE7EB61E}" destId="{FAFC5FEF-0B50-4D85-84FD-21B2EA289C38}" srcOrd="0" destOrd="0" presId="urn:microsoft.com/office/officeart/2005/8/layout/hierarchy5"/>
    <dgm:cxn modelId="{2B40910E-28ED-4719-81F7-AC1A91A2EFC0}" type="presOf" srcId="{E2A1D4B8-589C-46EA-A044-B1B7278A522A}" destId="{D24D7977-0520-416D-84EE-2110D9512431}" srcOrd="0" destOrd="0" presId="urn:microsoft.com/office/officeart/2005/8/layout/hierarchy5"/>
    <dgm:cxn modelId="{0655DCAE-D5C4-49D9-B750-70B7BA0294EA}" type="presOf" srcId="{0B3D0063-831C-4330-811D-EBF6FC5BD8C1}" destId="{AD1E62D5-DDCA-48F0-82F5-EA257EADEB51}" srcOrd="0" destOrd="0" presId="urn:microsoft.com/office/officeart/2005/8/layout/hierarchy5"/>
    <dgm:cxn modelId="{D8D8C95B-CF46-43D4-A658-F4EB12F7D978}" type="presOf" srcId="{13DB60D6-252D-49D7-8AC8-668ED5EA5746}" destId="{98FEA031-04C4-45E4-AE81-D4F944398789}" srcOrd="0" destOrd="0" presId="urn:microsoft.com/office/officeart/2005/8/layout/hierarchy5"/>
    <dgm:cxn modelId="{ACD4344C-2A82-46CE-9FDF-795FF100B0E6}" type="presOf" srcId="{11C56343-0FDC-4C8B-814C-EA450EB89703}" destId="{FE97EA39-0ED1-45D6-A6BC-A478372E17C3}" srcOrd="0" destOrd="0" presId="urn:microsoft.com/office/officeart/2005/8/layout/hierarchy5"/>
    <dgm:cxn modelId="{9669CEDA-A3FD-44E9-A3B9-E7FEF6A089E1}" srcId="{0EC3E790-2834-4B30-9758-26DD806947A8}" destId="{7B3389D2-8B47-4E6B-A5F6-837EF63635BD}" srcOrd="2" destOrd="0" parTransId="{E2A1D4B8-589C-46EA-A044-B1B7278A522A}" sibTransId="{F3F43C3F-EBA3-4044-A462-7F2B15704A57}"/>
    <dgm:cxn modelId="{0A2C9C6D-F686-44E6-ADDF-9CC10CF376C0}" type="presOf" srcId="{9EF984C5-DBD9-4558-9238-02AF4953F358}" destId="{986BD57D-21DC-49DF-8F91-02E1E0033C7E}" srcOrd="1" destOrd="0" presId="urn:microsoft.com/office/officeart/2005/8/layout/hierarchy5"/>
    <dgm:cxn modelId="{B0D5C221-EC54-483B-89BD-F55E40E25F5C}" type="presOf" srcId="{EDC78A99-D40A-4070-97C2-02DC283834A5}" destId="{3894083E-F76C-4377-96D5-5DB4500E31CB}" srcOrd="0" destOrd="0" presId="urn:microsoft.com/office/officeart/2005/8/layout/hierarchy5"/>
    <dgm:cxn modelId="{F66D6750-CAE2-4D90-8F7B-F810508B8815}" type="presOf" srcId="{7CF43498-D06F-4886-8C9A-2F99C03AA6AB}" destId="{7FF22E21-4121-4936-877F-55040E8DCC27}" srcOrd="0" destOrd="0" presId="urn:microsoft.com/office/officeart/2005/8/layout/hierarchy5"/>
    <dgm:cxn modelId="{49D6BE29-83E0-46DF-A522-051016EF4857}" type="presOf" srcId="{73DB95A8-AF3F-4E31-A410-7E709E32CF3F}" destId="{313E1964-D1CA-41CD-A990-1A8669A4B28F}" srcOrd="0" destOrd="0" presId="urn:microsoft.com/office/officeart/2005/8/layout/hierarchy5"/>
    <dgm:cxn modelId="{F618E63B-5A84-4510-8451-A93BB19769BE}" type="presOf" srcId="{4583E395-E0DB-410E-A03B-95087B5F75BB}" destId="{BCA41193-DA3E-4317-9F4D-7D84A9D6BF4F}" srcOrd="0" destOrd="0" presId="urn:microsoft.com/office/officeart/2005/8/layout/hierarchy5"/>
    <dgm:cxn modelId="{A63CD9B7-BED3-4951-9D81-FFCBE3B3C940}" srcId="{728A304B-7905-4B6C-BB80-87C271D92266}" destId="{EDC78A99-D40A-4070-97C2-02DC283834A5}" srcOrd="0" destOrd="0" parTransId="{2312A405-BB5C-4E58-8593-ED276D9CEF7C}" sibTransId="{B14BE83D-6FFD-4DB7-93E2-AC524299B6D2}"/>
    <dgm:cxn modelId="{1215441C-763A-4F01-86B3-25A2A1C5E2F5}" type="presOf" srcId="{E2A1D4B8-589C-46EA-A044-B1B7278A522A}" destId="{9D7B87F3-F3D2-426B-A242-6893B075B1DC}" srcOrd="1" destOrd="0" presId="urn:microsoft.com/office/officeart/2005/8/layout/hierarchy5"/>
    <dgm:cxn modelId="{72BD081C-943F-4E31-AD44-E6DC4B948DA2}" type="presOf" srcId="{C2518621-2CA8-4594-8808-3D6DE403CA83}" destId="{E0542441-991A-4C91-9BBC-6889216475C2}" srcOrd="1" destOrd="0" presId="urn:microsoft.com/office/officeart/2005/8/layout/hierarchy5"/>
    <dgm:cxn modelId="{27423F8B-F9A5-4ED1-9ED8-C01E98A71EE5}" srcId="{7B3389D2-8B47-4E6B-A5F6-837EF63635BD}" destId="{280315FE-0BC1-4E09-97E8-01EC3876BF7E}" srcOrd="0" destOrd="0" parTransId="{73DB95A8-AF3F-4E31-A410-7E709E32CF3F}" sibTransId="{F40533E2-99B3-4333-A6CB-A0EB40D358DC}"/>
    <dgm:cxn modelId="{2A344739-C86E-43F4-A7E4-8ECCBB56B798}" type="presOf" srcId="{FB9C1188-B7EB-443D-B56E-48CAC726074F}" destId="{362781F9-91B7-48CB-A1D2-8391BA0068A1}" srcOrd="1" destOrd="0" presId="urn:microsoft.com/office/officeart/2005/8/layout/hierarchy5"/>
    <dgm:cxn modelId="{2AA66892-52C2-4F16-9DFD-8DC318CB1E7F}" type="presOf" srcId="{6E880535-0E60-4C0F-94F6-71898E7894EF}" destId="{B357CB8D-9988-4E0C-9FBB-B23E5A112773}" srcOrd="0" destOrd="0" presId="urn:microsoft.com/office/officeart/2005/8/layout/hierarchy5"/>
    <dgm:cxn modelId="{741D1B42-0A2A-4B78-89A6-ED714AD8E9CB}" type="presOf" srcId="{19AEB946-ED8E-4ECE-8B2C-9B003C81FDBC}" destId="{A68E7AF8-ADCF-4C70-A45B-D83065EE32DA}" srcOrd="1" destOrd="0" presId="urn:microsoft.com/office/officeart/2005/8/layout/hierarchy5"/>
    <dgm:cxn modelId="{5F0402CD-918D-4030-BC8C-32DFDEF4341A}" type="presOf" srcId="{7B0B1DA3-6ED4-4942-95E8-52D4FA42B0D5}" destId="{1277BF99-B26F-49A2-B368-F6C20E40EB81}" srcOrd="0" destOrd="0" presId="urn:microsoft.com/office/officeart/2005/8/layout/hierarchy5"/>
    <dgm:cxn modelId="{95947C4F-EF6B-4581-A4A1-848E335F5EE0}" type="presOf" srcId="{73DB95A8-AF3F-4E31-A410-7E709E32CF3F}" destId="{6A66F692-08EA-46D1-93F6-302D683F276F}" srcOrd="1" destOrd="0" presId="urn:microsoft.com/office/officeart/2005/8/layout/hierarchy5"/>
    <dgm:cxn modelId="{FC60B117-0269-4422-B86F-AC499191B3EB}" type="presOf" srcId="{995DF6F1-C9D9-4033-938E-507D16E468B6}" destId="{AEC6790B-6C1C-4819-8284-0A2A68428EBF}" srcOrd="1" destOrd="0" presId="urn:microsoft.com/office/officeart/2005/8/layout/hierarchy5"/>
    <dgm:cxn modelId="{E4107CDC-6FC6-486B-AD65-BB4B3847D1D9}" srcId="{11C56343-0FDC-4C8B-814C-EA450EB89703}" destId="{7B0B1DA3-6ED4-4942-95E8-52D4FA42B0D5}" srcOrd="0" destOrd="0" parTransId="{995DF6F1-C9D9-4033-938E-507D16E468B6}" sibTransId="{E0B5C07D-641E-4A8C-84DB-7CDE4106D937}"/>
    <dgm:cxn modelId="{F23CDB16-0B88-452E-AC6F-F5B8A3872695}" type="presParOf" srcId="{E11C5C42-2A95-49B9-9248-C76940C2273B}" destId="{86350989-6D24-42D8-A44D-A4014D55B049}" srcOrd="0" destOrd="0" presId="urn:microsoft.com/office/officeart/2005/8/layout/hierarchy5"/>
    <dgm:cxn modelId="{6405B560-0B19-4F2C-96BD-18B607BF1445}" type="presParOf" srcId="{86350989-6D24-42D8-A44D-A4014D55B049}" destId="{8B259365-3E97-4BB8-874A-0CC6C2A8BC2A}" srcOrd="0" destOrd="0" presId="urn:microsoft.com/office/officeart/2005/8/layout/hierarchy5"/>
    <dgm:cxn modelId="{E602CE52-CBA8-4745-9CCA-1348A4AB3D2C}" type="presParOf" srcId="{8B259365-3E97-4BB8-874A-0CC6C2A8BC2A}" destId="{08D0FDC7-386F-4214-AC3D-16EFE7A55146}" srcOrd="0" destOrd="0" presId="urn:microsoft.com/office/officeart/2005/8/layout/hierarchy5"/>
    <dgm:cxn modelId="{DA9DBE74-7A56-4D88-8E1B-70D4DA1092A0}" type="presParOf" srcId="{08D0FDC7-386F-4214-AC3D-16EFE7A55146}" destId="{3894083E-F76C-4377-96D5-5DB4500E31CB}" srcOrd="0" destOrd="0" presId="urn:microsoft.com/office/officeart/2005/8/layout/hierarchy5"/>
    <dgm:cxn modelId="{3E65B5F3-F001-43A4-B9DF-C42354B36F15}" type="presParOf" srcId="{08D0FDC7-386F-4214-AC3D-16EFE7A55146}" destId="{700DF23F-D9B1-4ABB-8199-F4396B194FEE}" srcOrd="1" destOrd="0" presId="urn:microsoft.com/office/officeart/2005/8/layout/hierarchy5"/>
    <dgm:cxn modelId="{3F48053F-6E4C-41C0-9FE1-1A4CAFEA01A4}" type="presParOf" srcId="{700DF23F-D9B1-4ABB-8199-F4396B194FEE}" destId="{4C7C6B0E-B1CC-447F-9160-4EF4A4664177}" srcOrd="0" destOrd="0" presId="urn:microsoft.com/office/officeart/2005/8/layout/hierarchy5"/>
    <dgm:cxn modelId="{71798062-9DA8-4FBE-A769-FD94815D12E8}" type="presParOf" srcId="{4C7C6B0E-B1CC-447F-9160-4EF4A4664177}" destId="{A68E7AF8-ADCF-4C70-A45B-D83065EE32DA}" srcOrd="0" destOrd="0" presId="urn:microsoft.com/office/officeart/2005/8/layout/hierarchy5"/>
    <dgm:cxn modelId="{2C3CE294-CB20-49FF-B38B-161D5EC36B60}" type="presParOf" srcId="{700DF23F-D9B1-4ABB-8199-F4396B194FEE}" destId="{57C131B5-EA8D-4311-AEC7-73E7D9B6C8E6}" srcOrd="1" destOrd="0" presId="urn:microsoft.com/office/officeart/2005/8/layout/hierarchy5"/>
    <dgm:cxn modelId="{C5E072CE-FD69-4667-97F3-F940D64CA853}" type="presParOf" srcId="{57C131B5-EA8D-4311-AEC7-73E7D9B6C8E6}" destId="{FE97EA39-0ED1-45D6-A6BC-A478372E17C3}" srcOrd="0" destOrd="0" presId="urn:microsoft.com/office/officeart/2005/8/layout/hierarchy5"/>
    <dgm:cxn modelId="{A034BAC6-6135-4C66-9B7E-95B5F94EF46A}" type="presParOf" srcId="{57C131B5-EA8D-4311-AEC7-73E7D9B6C8E6}" destId="{6C0AF568-FC53-4AA2-B5A5-F68F38835096}" srcOrd="1" destOrd="0" presId="urn:microsoft.com/office/officeart/2005/8/layout/hierarchy5"/>
    <dgm:cxn modelId="{181056A9-A197-4420-999F-9B5C463DEA20}" type="presParOf" srcId="{6C0AF568-FC53-4AA2-B5A5-F68F38835096}" destId="{94CBDCDF-2FAC-48F3-89F2-8FD56FC4E096}" srcOrd="0" destOrd="0" presId="urn:microsoft.com/office/officeart/2005/8/layout/hierarchy5"/>
    <dgm:cxn modelId="{222CC82C-23A1-4A4C-B683-C562B2B9E816}" type="presParOf" srcId="{94CBDCDF-2FAC-48F3-89F2-8FD56FC4E096}" destId="{AEC6790B-6C1C-4819-8284-0A2A68428EBF}" srcOrd="0" destOrd="0" presId="urn:microsoft.com/office/officeart/2005/8/layout/hierarchy5"/>
    <dgm:cxn modelId="{4BE8E64B-353F-46C6-ABC3-C246C4037920}" type="presParOf" srcId="{6C0AF568-FC53-4AA2-B5A5-F68F38835096}" destId="{259F482A-F2CB-46A8-9E80-A8405DC4AE3B}" srcOrd="1" destOrd="0" presId="urn:microsoft.com/office/officeart/2005/8/layout/hierarchy5"/>
    <dgm:cxn modelId="{4643A284-BDDA-4A1D-8BF2-EB18BC2E2578}" type="presParOf" srcId="{259F482A-F2CB-46A8-9E80-A8405DC4AE3B}" destId="{1277BF99-B26F-49A2-B368-F6C20E40EB81}" srcOrd="0" destOrd="0" presId="urn:microsoft.com/office/officeart/2005/8/layout/hierarchy5"/>
    <dgm:cxn modelId="{330AC16B-65C5-4745-8BF8-A2D06E02C8AD}" type="presParOf" srcId="{259F482A-F2CB-46A8-9E80-A8405DC4AE3B}" destId="{4DA3A2DC-9B89-4F04-9574-2F33F0F0E343}" srcOrd="1" destOrd="0" presId="urn:microsoft.com/office/officeart/2005/8/layout/hierarchy5"/>
    <dgm:cxn modelId="{876E3FBE-2961-469E-8E57-538646E478E8}" type="presParOf" srcId="{700DF23F-D9B1-4ABB-8199-F4396B194FEE}" destId="{25DEDBB7-AD84-42AD-867B-E38E33D45CB9}" srcOrd="2" destOrd="0" presId="urn:microsoft.com/office/officeart/2005/8/layout/hierarchy5"/>
    <dgm:cxn modelId="{0CC2075F-DB84-4B4D-A0C4-CB98E73CCA88}" type="presParOf" srcId="{25DEDBB7-AD84-42AD-867B-E38E33D45CB9}" destId="{92AD827F-FD70-46CB-B7CD-65134D5B1E56}" srcOrd="0" destOrd="0" presId="urn:microsoft.com/office/officeart/2005/8/layout/hierarchy5"/>
    <dgm:cxn modelId="{F2E46D5F-814D-4569-8F8A-DD7EB5837E8C}" type="presParOf" srcId="{700DF23F-D9B1-4ABB-8199-F4396B194FEE}" destId="{913712FD-2931-49F4-AB3B-D447AB656ABF}" srcOrd="3" destOrd="0" presId="urn:microsoft.com/office/officeart/2005/8/layout/hierarchy5"/>
    <dgm:cxn modelId="{2031DBBD-7802-4255-A4B1-ED17ABF927A5}" type="presParOf" srcId="{913712FD-2931-49F4-AB3B-D447AB656ABF}" destId="{F8B3A0FD-B045-4738-B7C2-84A624645D87}" srcOrd="0" destOrd="0" presId="urn:microsoft.com/office/officeart/2005/8/layout/hierarchy5"/>
    <dgm:cxn modelId="{7893A5EE-7022-4EDC-A09A-8F7BE10EC2D8}" type="presParOf" srcId="{913712FD-2931-49F4-AB3B-D447AB656ABF}" destId="{484E7ECA-C28D-49B1-BAC0-BE2CFC31129C}" srcOrd="1" destOrd="0" presId="urn:microsoft.com/office/officeart/2005/8/layout/hierarchy5"/>
    <dgm:cxn modelId="{A04C4E51-C625-4B73-88D6-354F8E1EA56D}" type="presParOf" srcId="{484E7ECA-C28D-49B1-BAC0-BE2CFC31129C}" destId="{097CCFDC-3E04-44CE-91CD-4281F25BA747}" srcOrd="0" destOrd="0" presId="urn:microsoft.com/office/officeart/2005/8/layout/hierarchy5"/>
    <dgm:cxn modelId="{AE4B5E2B-5918-40BF-B1EA-75D6F12D674E}" type="presParOf" srcId="{097CCFDC-3E04-44CE-91CD-4281F25BA747}" destId="{A3944A0C-759B-4E7C-92C4-7C9DE7D25365}" srcOrd="0" destOrd="0" presId="urn:microsoft.com/office/officeart/2005/8/layout/hierarchy5"/>
    <dgm:cxn modelId="{C0825729-25E3-40CD-8773-B802EE625B8C}" type="presParOf" srcId="{484E7ECA-C28D-49B1-BAC0-BE2CFC31129C}" destId="{C02E62BE-B93A-492B-83BD-23D089139497}" srcOrd="1" destOrd="0" presId="urn:microsoft.com/office/officeart/2005/8/layout/hierarchy5"/>
    <dgm:cxn modelId="{B23F151A-2219-4C27-AD87-A9916C9998DC}" type="presParOf" srcId="{C02E62BE-B93A-492B-83BD-23D089139497}" destId="{7FF22E21-4121-4936-877F-55040E8DCC27}" srcOrd="0" destOrd="0" presId="urn:microsoft.com/office/officeart/2005/8/layout/hierarchy5"/>
    <dgm:cxn modelId="{7A03558B-A7BC-4752-BA3A-359556871BEF}" type="presParOf" srcId="{C02E62BE-B93A-492B-83BD-23D089139497}" destId="{B2215F8F-E728-4AFD-9404-DF1B78D13B10}" srcOrd="1" destOrd="0" presId="urn:microsoft.com/office/officeart/2005/8/layout/hierarchy5"/>
    <dgm:cxn modelId="{8FBE3EC6-3918-438C-B39D-8666B4615D04}" type="presParOf" srcId="{B2215F8F-E728-4AFD-9404-DF1B78D13B10}" destId="{DF5EC294-0BA9-494C-8C93-22760D10A177}" srcOrd="0" destOrd="0" presId="urn:microsoft.com/office/officeart/2005/8/layout/hierarchy5"/>
    <dgm:cxn modelId="{09EFAC81-87CA-4700-B0AD-FF3CCB066653}" type="presParOf" srcId="{DF5EC294-0BA9-494C-8C93-22760D10A177}" destId="{986BD57D-21DC-49DF-8F91-02E1E0033C7E}" srcOrd="0" destOrd="0" presId="urn:microsoft.com/office/officeart/2005/8/layout/hierarchy5"/>
    <dgm:cxn modelId="{91C773D1-4651-42D2-A900-C38B7479427C}" type="presParOf" srcId="{B2215F8F-E728-4AFD-9404-DF1B78D13B10}" destId="{00B78A8E-7215-435F-BD2C-BE823B4FD736}" srcOrd="1" destOrd="0" presId="urn:microsoft.com/office/officeart/2005/8/layout/hierarchy5"/>
    <dgm:cxn modelId="{6E8CF9C4-EA35-4B0B-A370-898A2D194FB0}" type="presParOf" srcId="{00B78A8E-7215-435F-BD2C-BE823B4FD736}" destId="{1841944F-C3E7-4023-AD33-BE6B00028442}" srcOrd="0" destOrd="0" presId="urn:microsoft.com/office/officeart/2005/8/layout/hierarchy5"/>
    <dgm:cxn modelId="{012BE5CA-440F-4F45-A11E-5A1A07AC5FEF}" type="presParOf" srcId="{00B78A8E-7215-435F-BD2C-BE823B4FD736}" destId="{79A99724-9E54-48CA-A391-3A2560896E87}" srcOrd="1" destOrd="0" presId="urn:microsoft.com/office/officeart/2005/8/layout/hierarchy5"/>
    <dgm:cxn modelId="{D286F94E-D9D6-443E-A289-2E03111D2F84}" type="presParOf" srcId="{484E7ECA-C28D-49B1-BAC0-BE2CFC31129C}" destId="{8675AB5E-098A-4D78-8B24-39DA263DE5E2}" srcOrd="2" destOrd="0" presId="urn:microsoft.com/office/officeart/2005/8/layout/hierarchy5"/>
    <dgm:cxn modelId="{6280EFB1-8C8E-44F3-B931-80FAEA7048C7}" type="presParOf" srcId="{8675AB5E-098A-4D78-8B24-39DA263DE5E2}" destId="{8140E210-255C-411E-9F4B-352C7E5E6D23}" srcOrd="0" destOrd="0" presId="urn:microsoft.com/office/officeart/2005/8/layout/hierarchy5"/>
    <dgm:cxn modelId="{BBA98AB8-D108-433D-9D60-53991A65C54C}" type="presParOf" srcId="{484E7ECA-C28D-49B1-BAC0-BE2CFC31129C}" destId="{A104FF79-3484-449E-93CC-FFBABB6017D1}" srcOrd="3" destOrd="0" presId="urn:microsoft.com/office/officeart/2005/8/layout/hierarchy5"/>
    <dgm:cxn modelId="{AA0A36AF-F18D-485F-A46B-4F1189E6C0FD}" type="presParOf" srcId="{A104FF79-3484-449E-93CC-FFBABB6017D1}" destId="{28B8ADB4-E738-4A21-8071-457198184814}" srcOrd="0" destOrd="0" presId="urn:microsoft.com/office/officeart/2005/8/layout/hierarchy5"/>
    <dgm:cxn modelId="{1542092E-0F3C-4CE2-AF55-174A4439855D}" type="presParOf" srcId="{A104FF79-3484-449E-93CC-FFBABB6017D1}" destId="{DA27DE4F-10CA-4233-94DE-1BEEF82CF711}" srcOrd="1" destOrd="0" presId="urn:microsoft.com/office/officeart/2005/8/layout/hierarchy5"/>
    <dgm:cxn modelId="{EEF32D00-8E22-4EC5-A0E9-1E39BC7A04FE}" type="presParOf" srcId="{DA27DE4F-10CA-4233-94DE-1BEEF82CF711}" destId="{5BBEEBE9-3BBF-455E-A7F2-BB813ACFF09E}" srcOrd="0" destOrd="0" presId="urn:microsoft.com/office/officeart/2005/8/layout/hierarchy5"/>
    <dgm:cxn modelId="{24B0605D-C6C5-4A0D-9253-E10B0CCA0568}" type="presParOf" srcId="{5BBEEBE9-3BBF-455E-A7F2-BB813ACFF09E}" destId="{362781F9-91B7-48CB-A1D2-8391BA0068A1}" srcOrd="0" destOrd="0" presId="urn:microsoft.com/office/officeart/2005/8/layout/hierarchy5"/>
    <dgm:cxn modelId="{E0303CA2-D090-41CB-94F6-809F12F2636D}" type="presParOf" srcId="{DA27DE4F-10CA-4233-94DE-1BEEF82CF711}" destId="{DA6B2BB8-FDD5-4574-AA82-631B55E692F3}" srcOrd="1" destOrd="0" presId="urn:microsoft.com/office/officeart/2005/8/layout/hierarchy5"/>
    <dgm:cxn modelId="{689FFCB0-F86E-4C95-B88B-B5439FC9D8C9}" type="presParOf" srcId="{DA6B2BB8-FDD5-4574-AA82-631B55E692F3}" destId="{AD1E62D5-DDCA-48F0-82F5-EA257EADEB51}" srcOrd="0" destOrd="0" presId="urn:microsoft.com/office/officeart/2005/8/layout/hierarchy5"/>
    <dgm:cxn modelId="{2EC9CF90-3D44-43F3-BCCB-BE78322CE6D7}" type="presParOf" srcId="{DA6B2BB8-FDD5-4574-AA82-631B55E692F3}" destId="{AA223FEC-F7E2-48B0-B53A-9A10619FB2E7}" srcOrd="1" destOrd="0" presId="urn:microsoft.com/office/officeart/2005/8/layout/hierarchy5"/>
    <dgm:cxn modelId="{E65EE88F-9943-4634-B24D-3E88DF8E663B}" type="presParOf" srcId="{484E7ECA-C28D-49B1-BAC0-BE2CFC31129C}" destId="{D24D7977-0520-416D-84EE-2110D9512431}" srcOrd="4" destOrd="0" presId="urn:microsoft.com/office/officeart/2005/8/layout/hierarchy5"/>
    <dgm:cxn modelId="{78E89AAD-FA20-4B74-BA85-22A32111F0AF}" type="presParOf" srcId="{D24D7977-0520-416D-84EE-2110D9512431}" destId="{9D7B87F3-F3D2-426B-A242-6893B075B1DC}" srcOrd="0" destOrd="0" presId="urn:microsoft.com/office/officeart/2005/8/layout/hierarchy5"/>
    <dgm:cxn modelId="{235CAA50-4796-4A51-BC88-C544B63A8FFD}" type="presParOf" srcId="{484E7ECA-C28D-49B1-BAC0-BE2CFC31129C}" destId="{9B219A0E-820E-4607-BE3B-D3AC3F387BE9}" srcOrd="5" destOrd="0" presId="urn:microsoft.com/office/officeart/2005/8/layout/hierarchy5"/>
    <dgm:cxn modelId="{86AA84D9-82E9-41F6-9B01-87AA30151F1E}" type="presParOf" srcId="{9B219A0E-820E-4607-BE3B-D3AC3F387BE9}" destId="{D3B7A3B0-1A7C-4459-8692-57C768E6EF23}" srcOrd="0" destOrd="0" presId="urn:microsoft.com/office/officeart/2005/8/layout/hierarchy5"/>
    <dgm:cxn modelId="{32BEA9F5-A606-4CB8-BCB5-98F7E5D2DB14}" type="presParOf" srcId="{9B219A0E-820E-4607-BE3B-D3AC3F387BE9}" destId="{7E6CD7AF-01D1-44AE-8DC7-48F7E1D96624}" srcOrd="1" destOrd="0" presId="urn:microsoft.com/office/officeart/2005/8/layout/hierarchy5"/>
    <dgm:cxn modelId="{D3BAC3A0-E1C7-445C-9E46-939AFC9B29F2}" type="presParOf" srcId="{7E6CD7AF-01D1-44AE-8DC7-48F7E1D96624}" destId="{313E1964-D1CA-41CD-A990-1A8669A4B28F}" srcOrd="0" destOrd="0" presId="urn:microsoft.com/office/officeart/2005/8/layout/hierarchy5"/>
    <dgm:cxn modelId="{F5AE9810-B899-45CF-8725-D65C4F1C0EDA}" type="presParOf" srcId="{313E1964-D1CA-41CD-A990-1A8669A4B28F}" destId="{6A66F692-08EA-46D1-93F6-302D683F276F}" srcOrd="0" destOrd="0" presId="urn:microsoft.com/office/officeart/2005/8/layout/hierarchy5"/>
    <dgm:cxn modelId="{5E85A369-29F6-4B6D-8D51-F7161E2F2878}" type="presParOf" srcId="{7E6CD7AF-01D1-44AE-8DC7-48F7E1D96624}" destId="{46421041-CC0E-4742-8CA2-EF914D2BDFD7}" srcOrd="1" destOrd="0" presId="urn:microsoft.com/office/officeart/2005/8/layout/hierarchy5"/>
    <dgm:cxn modelId="{82FD8273-54A5-468E-AD2C-3759B2E617D7}" type="presParOf" srcId="{46421041-CC0E-4742-8CA2-EF914D2BDFD7}" destId="{70690B3E-3689-42FB-B345-B8BF99F3D901}" srcOrd="0" destOrd="0" presId="urn:microsoft.com/office/officeart/2005/8/layout/hierarchy5"/>
    <dgm:cxn modelId="{4062291A-4185-45C8-9509-3D4BE7E5D74F}" type="presParOf" srcId="{46421041-CC0E-4742-8CA2-EF914D2BDFD7}" destId="{93B5E78C-8F36-4B07-B905-9962AC57B362}" srcOrd="1" destOrd="0" presId="urn:microsoft.com/office/officeart/2005/8/layout/hierarchy5"/>
    <dgm:cxn modelId="{3D444ED5-8292-473F-9046-2212707D7426}" type="presParOf" srcId="{700DF23F-D9B1-4ABB-8199-F4396B194FEE}" destId="{BCA41193-DA3E-4317-9F4D-7D84A9D6BF4F}" srcOrd="4" destOrd="0" presId="urn:microsoft.com/office/officeart/2005/8/layout/hierarchy5"/>
    <dgm:cxn modelId="{3DB471F1-68E9-4A95-8A58-12C686BD58B3}" type="presParOf" srcId="{BCA41193-DA3E-4317-9F4D-7D84A9D6BF4F}" destId="{99999645-C543-4814-A37F-4BEBFB698B5B}" srcOrd="0" destOrd="0" presId="urn:microsoft.com/office/officeart/2005/8/layout/hierarchy5"/>
    <dgm:cxn modelId="{A968B74D-5C1D-495C-A1B2-8A01B2007876}" type="presParOf" srcId="{700DF23F-D9B1-4ABB-8199-F4396B194FEE}" destId="{47B06AA8-3CC2-4BC5-B5D4-244DEF51D59A}" srcOrd="5" destOrd="0" presId="urn:microsoft.com/office/officeart/2005/8/layout/hierarchy5"/>
    <dgm:cxn modelId="{752E77CB-93C7-41F8-81D1-2AB9E805D1E6}" type="presParOf" srcId="{47B06AA8-3CC2-4BC5-B5D4-244DEF51D59A}" destId="{B357CB8D-9988-4E0C-9FBB-B23E5A112773}" srcOrd="0" destOrd="0" presId="urn:microsoft.com/office/officeart/2005/8/layout/hierarchy5"/>
    <dgm:cxn modelId="{237F3603-E352-4E79-ABEF-F361F6EF33B2}" type="presParOf" srcId="{47B06AA8-3CC2-4BC5-B5D4-244DEF51D59A}" destId="{5C5F39D7-FE19-4C78-8194-A99822840725}" srcOrd="1" destOrd="0" presId="urn:microsoft.com/office/officeart/2005/8/layout/hierarchy5"/>
    <dgm:cxn modelId="{A7FE0FC9-44CB-4C1D-B94C-E3DA745F044B}" type="presParOf" srcId="{5C5F39D7-FE19-4C78-8194-A99822840725}" destId="{FAFC5FEF-0B50-4D85-84FD-21B2EA289C38}" srcOrd="0" destOrd="0" presId="urn:microsoft.com/office/officeart/2005/8/layout/hierarchy5"/>
    <dgm:cxn modelId="{CB02E8AF-7A77-4E92-8CC0-01BEBFBFD9DD}" type="presParOf" srcId="{FAFC5FEF-0B50-4D85-84FD-21B2EA289C38}" destId="{D2814A3E-473D-4C16-871A-CFEB5916FA1B}" srcOrd="0" destOrd="0" presId="urn:microsoft.com/office/officeart/2005/8/layout/hierarchy5"/>
    <dgm:cxn modelId="{E0B89C6B-C33C-4785-990F-0B4535C69A65}" type="presParOf" srcId="{5C5F39D7-FE19-4C78-8194-A99822840725}" destId="{B8523804-A936-41F4-A302-A28605770B97}" srcOrd="1" destOrd="0" presId="urn:microsoft.com/office/officeart/2005/8/layout/hierarchy5"/>
    <dgm:cxn modelId="{3723A296-D45D-4EBA-B701-D91962F89B08}" type="presParOf" srcId="{B8523804-A936-41F4-A302-A28605770B97}" destId="{0736BDBE-206F-4082-A88A-4F17A4884ED6}" srcOrd="0" destOrd="0" presId="urn:microsoft.com/office/officeart/2005/8/layout/hierarchy5"/>
    <dgm:cxn modelId="{9E15EA6E-32A8-4C84-B51F-27158F2E3C70}" type="presParOf" srcId="{B8523804-A936-41F4-A302-A28605770B97}" destId="{B765D72D-C82A-4D3C-AA06-78DE6967975C}" srcOrd="1" destOrd="0" presId="urn:microsoft.com/office/officeart/2005/8/layout/hierarchy5"/>
    <dgm:cxn modelId="{B51F16B2-633C-47FA-A34E-D008C5E76952}" type="presParOf" srcId="{700DF23F-D9B1-4ABB-8199-F4396B194FEE}" destId="{125F213A-A682-43DC-B479-782EEB15F96A}" srcOrd="6" destOrd="0" presId="urn:microsoft.com/office/officeart/2005/8/layout/hierarchy5"/>
    <dgm:cxn modelId="{9E18C1F6-1057-4174-A0A9-20F34A2D0152}" type="presParOf" srcId="{125F213A-A682-43DC-B479-782EEB15F96A}" destId="{E0542441-991A-4C91-9BBC-6889216475C2}" srcOrd="0" destOrd="0" presId="urn:microsoft.com/office/officeart/2005/8/layout/hierarchy5"/>
    <dgm:cxn modelId="{01120A1A-C980-4679-AE36-E8D14ED0DDA7}" type="presParOf" srcId="{700DF23F-D9B1-4ABB-8199-F4396B194FEE}" destId="{97DC4CC6-5E34-4B7A-A78A-AED1A847662C}" srcOrd="7" destOrd="0" presId="urn:microsoft.com/office/officeart/2005/8/layout/hierarchy5"/>
    <dgm:cxn modelId="{B35C9A4A-D610-4FAE-A733-70D1E8C87E5F}" type="presParOf" srcId="{97DC4CC6-5E34-4B7A-A78A-AED1A847662C}" destId="{36E58629-E1A2-4DD2-8D70-8CC8EDE6CD1C}" srcOrd="0" destOrd="0" presId="urn:microsoft.com/office/officeart/2005/8/layout/hierarchy5"/>
    <dgm:cxn modelId="{F129B3B7-A854-4168-9E1D-B5B8754EA118}" type="presParOf" srcId="{97DC4CC6-5E34-4B7A-A78A-AED1A847662C}" destId="{7BDCDCC5-C6FA-49D1-B034-41B9FD813F75}" srcOrd="1" destOrd="0" presId="urn:microsoft.com/office/officeart/2005/8/layout/hierarchy5"/>
    <dgm:cxn modelId="{3B56D92E-A91A-484F-9676-EEC3E3F80C1B}" type="presParOf" srcId="{7BDCDCC5-C6FA-49D1-B034-41B9FD813F75}" destId="{D3BF5AB4-A2E1-43A1-91FA-79B172AD6E9E}" srcOrd="0" destOrd="0" presId="urn:microsoft.com/office/officeart/2005/8/layout/hierarchy5"/>
    <dgm:cxn modelId="{67D396ED-43D2-44CE-BAB4-F1244CF2D811}" type="presParOf" srcId="{D3BF5AB4-A2E1-43A1-91FA-79B172AD6E9E}" destId="{C5C15295-67B3-49F6-99E6-CDFC1124B634}" srcOrd="0" destOrd="0" presId="urn:microsoft.com/office/officeart/2005/8/layout/hierarchy5"/>
    <dgm:cxn modelId="{7747B6E4-E9B3-49CC-9E4C-A90F4C36A6BF}" type="presParOf" srcId="{7BDCDCC5-C6FA-49D1-B034-41B9FD813F75}" destId="{5E19DAFB-F0AF-431A-A640-5C83D56BE566}" srcOrd="1" destOrd="0" presId="urn:microsoft.com/office/officeart/2005/8/layout/hierarchy5"/>
    <dgm:cxn modelId="{9F53D4FD-3B16-48E2-9BDF-0B4FC6AD735C}" type="presParOf" srcId="{5E19DAFB-F0AF-431A-A640-5C83D56BE566}" destId="{98FEA031-04C4-45E4-AE81-D4F944398789}" srcOrd="0" destOrd="0" presId="urn:microsoft.com/office/officeart/2005/8/layout/hierarchy5"/>
    <dgm:cxn modelId="{A99BADC9-93F1-43CF-AA06-E0E62404D31B}" type="presParOf" srcId="{5E19DAFB-F0AF-431A-A640-5C83D56BE566}" destId="{19B2CB3D-E104-4998-B510-3E7830E3FDB5}" srcOrd="1" destOrd="0" presId="urn:microsoft.com/office/officeart/2005/8/layout/hierarchy5"/>
    <dgm:cxn modelId="{9BFCE45B-92F4-4CEC-BEA8-E11292F21C76}" type="presParOf" srcId="{E11C5C42-2A95-49B9-9248-C76940C2273B}" destId="{1A4D447B-AEEF-4ABC-97A5-63B70BE013E8}" srcOrd="1" destOrd="0" presId="urn:microsoft.com/office/officeart/2005/8/layout/hierarchy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28A304B-7905-4B6C-BB80-87C271D92266}"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7AEC3A69-6EAD-4DB8-8EEA-E45E87904B81}">
      <dgm:prSet custT="1"/>
      <dgm:spPr>
        <a:solidFill>
          <a:schemeClr val="accent1">
            <a:lumMod val="75000"/>
            <a:alpha val="25000"/>
          </a:schemeClr>
        </a:solidFill>
      </dgm:spPr>
      <dgm:t>
        <a:bodyPr/>
        <a:lstStyle/>
        <a:p>
          <a:r>
            <a:rPr lang="en-US" sz="1100" smtClean="0">
              <a:latin typeface="Candara" panose="020E0502030303020204" pitchFamily="34" charset="0"/>
            </a:rPr>
            <a:t>DCL</a:t>
          </a:r>
          <a:endParaRPr lang="en-IN" sz="1100">
            <a:latin typeface="Candara" panose="020E0502030303020204" pitchFamily="34" charset="0"/>
          </a:endParaRPr>
        </a:p>
      </dgm:t>
    </dgm:pt>
    <dgm:pt modelId="{F8C6E65C-47B7-4851-886A-CB306706018A}" type="parTrans" cxnId="{1BAD3599-1541-431C-A46E-1C6DD804EB37}">
      <dgm:prSet/>
      <dgm:spPr/>
      <dgm:t>
        <a:bodyPr/>
        <a:lstStyle/>
        <a:p>
          <a:endParaRPr lang="en-US" sz="1100">
            <a:latin typeface="Candara" panose="020E0502030303020204" pitchFamily="34" charset="0"/>
          </a:endParaRPr>
        </a:p>
      </dgm:t>
    </dgm:pt>
    <dgm:pt modelId="{145FE372-8D0B-4BEB-AE8D-C632277D1CA3}" type="sibTrans" cxnId="{1BAD3599-1541-431C-A46E-1C6DD804EB37}">
      <dgm:prSet/>
      <dgm:spPr/>
      <dgm:t>
        <a:bodyPr/>
        <a:lstStyle/>
        <a:p>
          <a:endParaRPr lang="en-US" sz="1100">
            <a:latin typeface="Candara" panose="020E0502030303020204" pitchFamily="34" charset="0"/>
          </a:endParaRPr>
        </a:p>
      </dgm:t>
    </dgm:pt>
    <dgm:pt modelId="{697BFD64-E8A7-4EA7-9ED0-A2B715055D3D}">
      <dgm:prSet custT="1"/>
      <dgm:spPr>
        <a:solidFill>
          <a:schemeClr val="accent1">
            <a:lumMod val="75000"/>
            <a:alpha val="25000"/>
          </a:schemeClr>
        </a:solidFill>
      </dgm:spPr>
      <dgm:t>
        <a:bodyPr/>
        <a:lstStyle/>
        <a:p>
          <a:r>
            <a:rPr lang="en-US" sz="1100" dirty="0" smtClean="0">
              <a:latin typeface="Candara" panose="020E0502030303020204" pitchFamily="34" charset="0"/>
            </a:rPr>
            <a:t>GRANT</a:t>
          </a:r>
          <a:endParaRPr lang="en-IN" sz="1100" dirty="0">
            <a:latin typeface="Candara" panose="020E0502030303020204" pitchFamily="34" charset="0"/>
          </a:endParaRPr>
        </a:p>
      </dgm:t>
    </dgm:pt>
    <dgm:pt modelId="{DCFD2019-722B-4258-BD64-8275B57264E1}" type="parTrans" cxnId="{8445F031-F619-41BD-84BB-ECF3EA2A5C0C}">
      <dgm:prSet custT="1"/>
      <dgm:spPr/>
      <dgm:t>
        <a:bodyPr/>
        <a:lstStyle/>
        <a:p>
          <a:endParaRPr lang="en-US" sz="1100">
            <a:latin typeface="Candara" panose="020E0502030303020204" pitchFamily="34" charset="0"/>
          </a:endParaRPr>
        </a:p>
      </dgm:t>
    </dgm:pt>
    <dgm:pt modelId="{4F3664C3-C216-4218-A8DC-A8BC265157F9}" type="sibTrans" cxnId="{8445F031-F619-41BD-84BB-ECF3EA2A5C0C}">
      <dgm:prSet/>
      <dgm:spPr/>
      <dgm:t>
        <a:bodyPr/>
        <a:lstStyle/>
        <a:p>
          <a:endParaRPr lang="en-US" sz="1100">
            <a:latin typeface="Candara" panose="020E0502030303020204" pitchFamily="34" charset="0"/>
          </a:endParaRPr>
        </a:p>
      </dgm:t>
    </dgm:pt>
    <dgm:pt modelId="{D53BAFCC-3724-4742-81DE-9F0B91D82C57}">
      <dgm:prSet custT="1"/>
      <dgm:spPr>
        <a:solidFill>
          <a:schemeClr val="accent1">
            <a:lumMod val="75000"/>
            <a:alpha val="25000"/>
          </a:schemeClr>
        </a:solidFill>
      </dgm:spPr>
      <dgm:t>
        <a:bodyPr/>
        <a:lstStyle/>
        <a:p>
          <a:r>
            <a:rPr lang="en-US" sz="1100" dirty="0" smtClean="0">
              <a:latin typeface="Candara" panose="020E0502030303020204" pitchFamily="34" charset="0"/>
            </a:rPr>
            <a:t>REVOKE</a:t>
          </a:r>
          <a:endParaRPr lang="en-IN" sz="1100" dirty="0">
            <a:latin typeface="Candara" panose="020E0502030303020204" pitchFamily="34" charset="0"/>
          </a:endParaRPr>
        </a:p>
      </dgm:t>
    </dgm:pt>
    <dgm:pt modelId="{4B2DBAB7-C89B-4F12-8306-8211A7473CF1}" type="parTrans" cxnId="{988B3D51-CFD4-4D21-BB6A-787515176D9F}">
      <dgm:prSet custT="1"/>
      <dgm:spPr/>
      <dgm:t>
        <a:bodyPr/>
        <a:lstStyle/>
        <a:p>
          <a:endParaRPr lang="en-US" sz="1100">
            <a:latin typeface="Candara" panose="020E0502030303020204" pitchFamily="34" charset="0"/>
          </a:endParaRPr>
        </a:p>
      </dgm:t>
    </dgm:pt>
    <dgm:pt modelId="{AF11C3AA-7192-4CC1-86A8-152BAACB4225}" type="sibTrans" cxnId="{988B3D51-CFD4-4D21-BB6A-787515176D9F}">
      <dgm:prSet/>
      <dgm:spPr/>
      <dgm:t>
        <a:bodyPr/>
        <a:lstStyle/>
        <a:p>
          <a:endParaRPr lang="en-US" sz="1100">
            <a:latin typeface="Candara" panose="020E0502030303020204" pitchFamily="34" charset="0"/>
          </a:endParaRPr>
        </a:p>
      </dgm:t>
    </dgm:pt>
    <dgm:pt modelId="{EAB5F557-A591-423B-8433-A6EEDB6E2EC3}">
      <dgm:prSet custT="1"/>
      <dgm:spPr>
        <a:solidFill>
          <a:schemeClr val="accent1">
            <a:lumMod val="75000"/>
            <a:alpha val="25000"/>
          </a:schemeClr>
        </a:solidFill>
      </dgm:spPr>
      <dgm:t>
        <a:bodyPr/>
        <a:lstStyle/>
        <a:p>
          <a:r>
            <a:rPr lang="en-IN" sz="1100" dirty="0" smtClean="0">
              <a:latin typeface="Candara" panose="020E0502030303020204" pitchFamily="34" charset="0"/>
            </a:rPr>
            <a:t>Gives a user access privileges to the database</a:t>
          </a:r>
          <a:endParaRPr lang="en-IN" sz="1100" dirty="0">
            <a:latin typeface="Candara" panose="020E0502030303020204" pitchFamily="34" charset="0"/>
          </a:endParaRPr>
        </a:p>
      </dgm:t>
    </dgm:pt>
    <dgm:pt modelId="{B20AA68B-1EF1-406B-BB44-6EBC70EBEEDA}" type="parTrans" cxnId="{79FE61DF-7A32-4EC6-AB23-03517EB991C4}">
      <dgm:prSet custT="1"/>
      <dgm:spPr/>
      <dgm:t>
        <a:bodyPr/>
        <a:lstStyle/>
        <a:p>
          <a:endParaRPr lang="en-US" sz="1100">
            <a:latin typeface="Candara" panose="020E0502030303020204" pitchFamily="34" charset="0"/>
          </a:endParaRPr>
        </a:p>
      </dgm:t>
    </dgm:pt>
    <dgm:pt modelId="{DF647B1E-BB9B-4FB4-94A8-63DE053413CD}" type="sibTrans" cxnId="{79FE61DF-7A32-4EC6-AB23-03517EB991C4}">
      <dgm:prSet/>
      <dgm:spPr/>
      <dgm:t>
        <a:bodyPr/>
        <a:lstStyle/>
        <a:p>
          <a:endParaRPr lang="en-US"/>
        </a:p>
      </dgm:t>
    </dgm:pt>
    <dgm:pt modelId="{B83CCF4E-98B3-4F75-8AF3-2A5AEF654729}">
      <dgm:prSet custT="1"/>
      <dgm:spPr>
        <a:solidFill>
          <a:schemeClr val="accent1">
            <a:lumMod val="75000"/>
            <a:alpha val="25000"/>
          </a:schemeClr>
        </a:solidFill>
      </dgm:spPr>
      <dgm:t>
        <a:bodyPr/>
        <a:lstStyle/>
        <a:p>
          <a:r>
            <a:rPr lang="en-IN" sz="1100" smtClean="0">
              <a:latin typeface="Candara" panose="020E0502030303020204" pitchFamily="34" charset="0"/>
            </a:rPr>
            <a:t>Withdraws access privileges previously given</a:t>
          </a:r>
          <a:endParaRPr lang="en-IN" sz="1100" dirty="0">
            <a:latin typeface="Candara" panose="020E0502030303020204" pitchFamily="34" charset="0"/>
          </a:endParaRPr>
        </a:p>
      </dgm:t>
    </dgm:pt>
    <dgm:pt modelId="{1596C0F6-AE27-4ABE-AA09-A340AD9E5135}" type="parTrans" cxnId="{59A2DEBF-B886-493F-9394-062F18F49A14}">
      <dgm:prSet custT="1"/>
      <dgm:spPr/>
      <dgm:t>
        <a:bodyPr/>
        <a:lstStyle/>
        <a:p>
          <a:endParaRPr lang="en-US" sz="1100">
            <a:latin typeface="Candara" panose="020E0502030303020204" pitchFamily="34" charset="0"/>
          </a:endParaRPr>
        </a:p>
      </dgm:t>
    </dgm:pt>
    <dgm:pt modelId="{131050FE-A2B9-42A9-B349-FB0B93267929}" type="sibTrans" cxnId="{59A2DEBF-B886-493F-9394-062F18F49A14}">
      <dgm:prSet/>
      <dgm:spPr/>
      <dgm:t>
        <a:bodyPr/>
        <a:lstStyle/>
        <a:p>
          <a:endParaRPr lang="en-US"/>
        </a:p>
      </dgm:t>
    </dgm:pt>
    <dgm:pt modelId="{E11C5C42-2A95-49B9-9248-C76940C2273B}" type="pres">
      <dgm:prSet presAssocID="{728A304B-7905-4B6C-BB80-87C271D92266}" presName="mainComposite" presStyleCnt="0">
        <dgm:presLayoutVars>
          <dgm:chPref val="1"/>
          <dgm:dir/>
          <dgm:animOne val="branch"/>
          <dgm:animLvl val="lvl"/>
          <dgm:resizeHandles val="exact"/>
        </dgm:presLayoutVars>
      </dgm:prSet>
      <dgm:spPr/>
      <dgm:t>
        <a:bodyPr/>
        <a:lstStyle/>
        <a:p>
          <a:endParaRPr lang="en-US"/>
        </a:p>
      </dgm:t>
    </dgm:pt>
    <dgm:pt modelId="{86350989-6D24-42D8-A44D-A4014D55B049}" type="pres">
      <dgm:prSet presAssocID="{728A304B-7905-4B6C-BB80-87C271D92266}" presName="hierFlow" presStyleCnt="0"/>
      <dgm:spPr/>
    </dgm:pt>
    <dgm:pt modelId="{8B259365-3E97-4BB8-874A-0CC6C2A8BC2A}" type="pres">
      <dgm:prSet presAssocID="{728A304B-7905-4B6C-BB80-87C271D92266}" presName="hierChild1" presStyleCnt="0">
        <dgm:presLayoutVars>
          <dgm:chPref val="1"/>
          <dgm:animOne val="branch"/>
          <dgm:animLvl val="lvl"/>
        </dgm:presLayoutVars>
      </dgm:prSet>
      <dgm:spPr/>
    </dgm:pt>
    <dgm:pt modelId="{6094EB05-C9F1-444C-829C-53F49A184866}" type="pres">
      <dgm:prSet presAssocID="{7AEC3A69-6EAD-4DB8-8EEA-E45E87904B81}" presName="Name17" presStyleCnt="0"/>
      <dgm:spPr/>
    </dgm:pt>
    <dgm:pt modelId="{4E599C7D-0C9E-4E39-93D6-894A344E86D1}" type="pres">
      <dgm:prSet presAssocID="{7AEC3A69-6EAD-4DB8-8EEA-E45E87904B81}" presName="level1Shape" presStyleLbl="node0" presStyleIdx="0" presStyleCnt="1">
        <dgm:presLayoutVars>
          <dgm:chPref val="3"/>
        </dgm:presLayoutVars>
      </dgm:prSet>
      <dgm:spPr/>
      <dgm:t>
        <a:bodyPr/>
        <a:lstStyle/>
        <a:p>
          <a:endParaRPr lang="en-US"/>
        </a:p>
      </dgm:t>
    </dgm:pt>
    <dgm:pt modelId="{4CFD9B2F-563C-4CEB-A1D3-DFD4BE9BABC7}" type="pres">
      <dgm:prSet presAssocID="{7AEC3A69-6EAD-4DB8-8EEA-E45E87904B81}" presName="hierChild2" presStyleCnt="0"/>
      <dgm:spPr/>
    </dgm:pt>
    <dgm:pt modelId="{678B9367-037B-4536-8A25-039B1F180678}" type="pres">
      <dgm:prSet presAssocID="{DCFD2019-722B-4258-BD64-8275B57264E1}" presName="Name25" presStyleLbl="parChTrans1D2" presStyleIdx="0" presStyleCnt="2"/>
      <dgm:spPr/>
      <dgm:t>
        <a:bodyPr/>
        <a:lstStyle/>
        <a:p>
          <a:endParaRPr lang="en-US"/>
        </a:p>
      </dgm:t>
    </dgm:pt>
    <dgm:pt modelId="{16DE8C30-7866-457B-8DD8-56649BF72BE6}" type="pres">
      <dgm:prSet presAssocID="{DCFD2019-722B-4258-BD64-8275B57264E1}" presName="connTx" presStyleLbl="parChTrans1D2" presStyleIdx="0" presStyleCnt="2"/>
      <dgm:spPr/>
      <dgm:t>
        <a:bodyPr/>
        <a:lstStyle/>
        <a:p>
          <a:endParaRPr lang="en-US"/>
        </a:p>
      </dgm:t>
    </dgm:pt>
    <dgm:pt modelId="{BEA41A2E-2D01-48EC-B895-CF1C170963F1}" type="pres">
      <dgm:prSet presAssocID="{697BFD64-E8A7-4EA7-9ED0-A2B715055D3D}" presName="Name30" presStyleCnt="0"/>
      <dgm:spPr/>
    </dgm:pt>
    <dgm:pt modelId="{F87CB410-4131-49CC-81FB-521FD8BBB97F}" type="pres">
      <dgm:prSet presAssocID="{697BFD64-E8A7-4EA7-9ED0-A2B715055D3D}" presName="level2Shape" presStyleLbl="node2" presStyleIdx="0" presStyleCnt="2"/>
      <dgm:spPr/>
      <dgm:t>
        <a:bodyPr/>
        <a:lstStyle/>
        <a:p>
          <a:endParaRPr lang="en-US"/>
        </a:p>
      </dgm:t>
    </dgm:pt>
    <dgm:pt modelId="{A5381A9A-ECAC-4F61-8A23-48A6F2A1829E}" type="pres">
      <dgm:prSet presAssocID="{697BFD64-E8A7-4EA7-9ED0-A2B715055D3D}" presName="hierChild3" presStyleCnt="0"/>
      <dgm:spPr/>
    </dgm:pt>
    <dgm:pt modelId="{4181390F-448F-4115-9F51-3A119EA8EFD5}" type="pres">
      <dgm:prSet presAssocID="{B20AA68B-1EF1-406B-BB44-6EBC70EBEEDA}" presName="Name25" presStyleLbl="parChTrans1D3" presStyleIdx="0" presStyleCnt="2"/>
      <dgm:spPr/>
      <dgm:t>
        <a:bodyPr/>
        <a:lstStyle/>
        <a:p>
          <a:endParaRPr lang="en-US"/>
        </a:p>
      </dgm:t>
    </dgm:pt>
    <dgm:pt modelId="{8A9BF480-5B52-4E7B-99AB-9A2C247E01D0}" type="pres">
      <dgm:prSet presAssocID="{B20AA68B-1EF1-406B-BB44-6EBC70EBEEDA}" presName="connTx" presStyleLbl="parChTrans1D3" presStyleIdx="0" presStyleCnt="2"/>
      <dgm:spPr/>
      <dgm:t>
        <a:bodyPr/>
        <a:lstStyle/>
        <a:p>
          <a:endParaRPr lang="en-US"/>
        </a:p>
      </dgm:t>
    </dgm:pt>
    <dgm:pt modelId="{99FE8413-4A76-4814-9FDC-EE7CA27FD208}" type="pres">
      <dgm:prSet presAssocID="{EAB5F557-A591-423B-8433-A6EEDB6E2EC3}" presName="Name30" presStyleCnt="0"/>
      <dgm:spPr/>
    </dgm:pt>
    <dgm:pt modelId="{19B33723-30D0-4B44-85F0-2346A5B0EFEC}" type="pres">
      <dgm:prSet presAssocID="{EAB5F557-A591-423B-8433-A6EEDB6E2EC3}" presName="level2Shape" presStyleLbl="node3" presStyleIdx="0" presStyleCnt="2" custScaleX="238894" custScaleY="160389"/>
      <dgm:spPr/>
      <dgm:t>
        <a:bodyPr/>
        <a:lstStyle/>
        <a:p>
          <a:endParaRPr lang="en-US"/>
        </a:p>
      </dgm:t>
    </dgm:pt>
    <dgm:pt modelId="{AAFD1DDA-D9D0-4A26-BEB1-869744CFB647}" type="pres">
      <dgm:prSet presAssocID="{EAB5F557-A591-423B-8433-A6EEDB6E2EC3}" presName="hierChild3" presStyleCnt="0"/>
      <dgm:spPr/>
    </dgm:pt>
    <dgm:pt modelId="{2DEE3B8C-81A5-463D-91BC-0E2968810495}" type="pres">
      <dgm:prSet presAssocID="{4B2DBAB7-C89B-4F12-8306-8211A7473CF1}" presName="Name25" presStyleLbl="parChTrans1D2" presStyleIdx="1" presStyleCnt="2"/>
      <dgm:spPr/>
      <dgm:t>
        <a:bodyPr/>
        <a:lstStyle/>
        <a:p>
          <a:endParaRPr lang="en-US"/>
        </a:p>
      </dgm:t>
    </dgm:pt>
    <dgm:pt modelId="{8AEE69A3-962A-475A-BBC6-45B40BDF9B54}" type="pres">
      <dgm:prSet presAssocID="{4B2DBAB7-C89B-4F12-8306-8211A7473CF1}" presName="connTx" presStyleLbl="parChTrans1D2" presStyleIdx="1" presStyleCnt="2"/>
      <dgm:spPr/>
      <dgm:t>
        <a:bodyPr/>
        <a:lstStyle/>
        <a:p>
          <a:endParaRPr lang="en-US"/>
        </a:p>
      </dgm:t>
    </dgm:pt>
    <dgm:pt modelId="{30F760CA-1AF4-4222-8B1A-729BFCB99423}" type="pres">
      <dgm:prSet presAssocID="{D53BAFCC-3724-4742-81DE-9F0B91D82C57}" presName="Name30" presStyleCnt="0"/>
      <dgm:spPr/>
    </dgm:pt>
    <dgm:pt modelId="{7D53B381-929C-41C5-9237-5C5F0F7116DE}" type="pres">
      <dgm:prSet presAssocID="{D53BAFCC-3724-4742-81DE-9F0B91D82C57}" presName="level2Shape" presStyleLbl="node2" presStyleIdx="1" presStyleCnt="2"/>
      <dgm:spPr/>
      <dgm:t>
        <a:bodyPr/>
        <a:lstStyle/>
        <a:p>
          <a:endParaRPr lang="en-US"/>
        </a:p>
      </dgm:t>
    </dgm:pt>
    <dgm:pt modelId="{FED4715A-08BE-4678-91F4-9C787A40CD37}" type="pres">
      <dgm:prSet presAssocID="{D53BAFCC-3724-4742-81DE-9F0B91D82C57}" presName="hierChild3" presStyleCnt="0"/>
      <dgm:spPr/>
    </dgm:pt>
    <dgm:pt modelId="{4CAEA931-1E89-4AE5-9C45-BD40A08D8B7F}" type="pres">
      <dgm:prSet presAssocID="{1596C0F6-AE27-4ABE-AA09-A340AD9E5135}" presName="Name25" presStyleLbl="parChTrans1D3" presStyleIdx="1" presStyleCnt="2"/>
      <dgm:spPr/>
      <dgm:t>
        <a:bodyPr/>
        <a:lstStyle/>
        <a:p>
          <a:endParaRPr lang="en-US"/>
        </a:p>
      </dgm:t>
    </dgm:pt>
    <dgm:pt modelId="{5C4920E7-C8A4-4E6C-BB6A-6EED5C71DD92}" type="pres">
      <dgm:prSet presAssocID="{1596C0F6-AE27-4ABE-AA09-A340AD9E5135}" presName="connTx" presStyleLbl="parChTrans1D3" presStyleIdx="1" presStyleCnt="2"/>
      <dgm:spPr/>
      <dgm:t>
        <a:bodyPr/>
        <a:lstStyle/>
        <a:p>
          <a:endParaRPr lang="en-US"/>
        </a:p>
      </dgm:t>
    </dgm:pt>
    <dgm:pt modelId="{10B11954-467C-426F-898B-2E7FBC2238BE}" type="pres">
      <dgm:prSet presAssocID="{B83CCF4E-98B3-4F75-8AF3-2A5AEF654729}" presName="Name30" presStyleCnt="0"/>
      <dgm:spPr/>
    </dgm:pt>
    <dgm:pt modelId="{5D575BBE-9382-44D6-A5B0-D460F057CAA4}" type="pres">
      <dgm:prSet presAssocID="{B83CCF4E-98B3-4F75-8AF3-2A5AEF654729}" presName="level2Shape" presStyleLbl="node3" presStyleIdx="1" presStyleCnt="2" custScaleX="238894" custScaleY="160389"/>
      <dgm:spPr/>
      <dgm:t>
        <a:bodyPr/>
        <a:lstStyle/>
        <a:p>
          <a:endParaRPr lang="en-US"/>
        </a:p>
      </dgm:t>
    </dgm:pt>
    <dgm:pt modelId="{F5E0ADAC-D14B-40E7-AB64-3CE0D7EA9D00}" type="pres">
      <dgm:prSet presAssocID="{B83CCF4E-98B3-4F75-8AF3-2A5AEF654729}" presName="hierChild3" presStyleCnt="0"/>
      <dgm:spPr/>
    </dgm:pt>
    <dgm:pt modelId="{1A4D447B-AEEF-4ABC-97A5-63B70BE013E8}" type="pres">
      <dgm:prSet presAssocID="{728A304B-7905-4B6C-BB80-87C271D92266}" presName="bgShapesFlow" presStyleCnt="0"/>
      <dgm:spPr/>
    </dgm:pt>
  </dgm:ptLst>
  <dgm:cxnLst>
    <dgm:cxn modelId="{14BF32A4-3C7C-411F-9B63-51E6FD13C91C}" type="presOf" srcId="{B20AA68B-1EF1-406B-BB44-6EBC70EBEEDA}" destId="{8A9BF480-5B52-4E7B-99AB-9A2C247E01D0}" srcOrd="1" destOrd="0" presId="urn:microsoft.com/office/officeart/2005/8/layout/hierarchy5"/>
    <dgm:cxn modelId="{FC64EE39-D70D-4EF5-A684-C8E0267A9AE8}" type="presOf" srcId="{DCFD2019-722B-4258-BD64-8275B57264E1}" destId="{678B9367-037B-4536-8A25-039B1F180678}" srcOrd="0" destOrd="0" presId="urn:microsoft.com/office/officeart/2005/8/layout/hierarchy5"/>
    <dgm:cxn modelId="{3D398AE8-839C-4478-BA31-3F1A695BE527}" type="presOf" srcId="{1596C0F6-AE27-4ABE-AA09-A340AD9E5135}" destId="{5C4920E7-C8A4-4E6C-BB6A-6EED5C71DD92}" srcOrd="1" destOrd="0" presId="urn:microsoft.com/office/officeart/2005/8/layout/hierarchy5"/>
    <dgm:cxn modelId="{988B3D51-CFD4-4D21-BB6A-787515176D9F}" srcId="{7AEC3A69-6EAD-4DB8-8EEA-E45E87904B81}" destId="{D53BAFCC-3724-4742-81DE-9F0B91D82C57}" srcOrd="1" destOrd="0" parTransId="{4B2DBAB7-C89B-4F12-8306-8211A7473CF1}" sibTransId="{AF11C3AA-7192-4CC1-86A8-152BAACB4225}"/>
    <dgm:cxn modelId="{F36E33DD-CB9C-46B1-88FB-BDD6968C86FC}" type="presOf" srcId="{DCFD2019-722B-4258-BD64-8275B57264E1}" destId="{16DE8C30-7866-457B-8DD8-56649BF72BE6}" srcOrd="1" destOrd="0" presId="urn:microsoft.com/office/officeart/2005/8/layout/hierarchy5"/>
    <dgm:cxn modelId="{D4EA61F4-1CD2-4D3F-B756-A57FE12E4281}" type="presOf" srcId="{728A304B-7905-4B6C-BB80-87C271D92266}" destId="{E11C5C42-2A95-49B9-9248-C76940C2273B}" srcOrd="0" destOrd="0" presId="urn:microsoft.com/office/officeart/2005/8/layout/hierarchy5"/>
    <dgm:cxn modelId="{E4B5BD87-1926-4E26-A172-FCA12F630AFF}" type="presOf" srcId="{4B2DBAB7-C89B-4F12-8306-8211A7473CF1}" destId="{8AEE69A3-962A-475A-BBC6-45B40BDF9B54}" srcOrd="1" destOrd="0" presId="urn:microsoft.com/office/officeart/2005/8/layout/hierarchy5"/>
    <dgm:cxn modelId="{898573E6-C029-4547-B89A-1B145ECDC61C}" type="presOf" srcId="{4B2DBAB7-C89B-4F12-8306-8211A7473CF1}" destId="{2DEE3B8C-81A5-463D-91BC-0E2968810495}" srcOrd="0" destOrd="0" presId="urn:microsoft.com/office/officeart/2005/8/layout/hierarchy5"/>
    <dgm:cxn modelId="{79FE61DF-7A32-4EC6-AB23-03517EB991C4}" srcId="{697BFD64-E8A7-4EA7-9ED0-A2B715055D3D}" destId="{EAB5F557-A591-423B-8433-A6EEDB6E2EC3}" srcOrd="0" destOrd="0" parTransId="{B20AA68B-1EF1-406B-BB44-6EBC70EBEEDA}" sibTransId="{DF647B1E-BB9B-4FB4-94A8-63DE053413CD}"/>
    <dgm:cxn modelId="{3469363D-9C9D-42D3-91EF-FA40EF5F3967}" type="presOf" srcId="{7AEC3A69-6EAD-4DB8-8EEA-E45E87904B81}" destId="{4E599C7D-0C9E-4E39-93D6-894A344E86D1}" srcOrd="0" destOrd="0" presId="urn:microsoft.com/office/officeart/2005/8/layout/hierarchy5"/>
    <dgm:cxn modelId="{23788A12-F656-4507-A046-515642647BA3}" type="presOf" srcId="{1596C0F6-AE27-4ABE-AA09-A340AD9E5135}" destId="{4CAEA931-1E89-4AE5-9C45-BD40A08D8B7F}" srcOrd="0" destOrd="0" presId="urn:microsoft.com/office/officeart/2005/8/layout/hierarchy5"/>
    <dgm:cxn modelId="{C4039F04-C47D-4E64-B167-EBCB7330112E}" type="presOf" srcId="{EAB5F557-A591-423B-8433-A6EEDB6E2EC3}" destId="{19B33723-30D0-4B44-85F0-2346A5B0EFEC}" srcOrd="0" destOrd="0" presId="urn:microsoft.com/office/officeart/2005/8/layout/hierarchy5"/>
    <dgm:cxn modelId="{1BAD3599-1541-431C-A46E-1C6DD804EB37}" srcId="{728A304B-7905-4B6C-BB80-87C271D92266}" destId="{7AEC3A69-6EAD-4DB8-8EEA-E45E87904B81}" srcOrd="0" destOrd="0" parTransId="{F8C6E65C-47B7-4851-886A-CB306706018A}" sibTransId="{145FE372-8D0B-4BEB-AE8D-C632277D1CA3}"/>
    <dgm:cxn modelId="{E9A8FA80-0F4D-4087-8D57-D82DF4F1C3B0}" type="presOf" srcId="{B20AA68B-1EF1-406B-BB44-6EBC70EBEEDA}" destId="{4181390F-448F-4115-9F51-3A119EA8EFD5}" srcOrd="0" destOrd="0" presId="urn:microsoft.com/office/officeart/2005/8/layout/hierarchy5"/>
    <dgm:cxn modelId="{59A2DEBF-B886-493F-9394-062F18F49A14}" srcId="{D53BAFCC-3724-4742-81DE-9F0B91D82C57}" destId="{B83CCF4E-98B3-4F75-8AF3-2A5AEF654729}" srcOrd="0" destOrd="0" parTransId="{1596C0F6-AE27-4ABE-AA09-A340AD9E5135}" sibTransId="{131050FE-A2B9-42A9-B349-FB0B93267929}"/>
    <dgm:cxn modelId="{8445F031-F619-41BD-84BB-ECF3EA2A5C0C}" srcId="{7AEC3A69-6EAD-4DB8-8EEA-E45E87904B81}" destId="{697BFD64-E8A7-4EA7-9ED0-A2B715055D3D}" srcOrd="0" destOrd="0" parTransId="{DCFD2019-722B-4258-BD64-8275B57264E1}" sibTransId="{4F3664C3-C216-4218-A8DC-A8BC265157F9}"/>
    <dgm:cxn modelId="{AD48E155-350E-4C8F-89E6-1AA0A229E5D8}" type="presOf" srcId="{B83CCF4E-98B3-4F75-8AF3-2A5AEF654729}" destId="{5D575BBE-9382-44D6-A5B0-D460F057CAA4}" srcOrd="0" destOrd="0" presId="urn:microsoft.com/office/officeart/2005/8/layout/hierarchy5"/>
    <dgm:cxn modelId="{35D86FE6-84DA-4A8B-BEE8-EC181765E3A9}" type="presOf" srcId="{697BFD64-E8A7-4EA7-9ED0-A2B715055D3D}" destId="{F87CB410-4131-49CC-81FB-521FD8BBB97F}" srcOrd="0" destOrd="0" presId="urn:microsoft.com/office/officeart/2005/8/layout/hierarchy5"/>
    <dgm:cxn modelId="{C72CEFC2-24DD-4D6C-B4ED-9E809484F311}" type="presOf" srcId="{D53BAFCC-3724-4742-81DE-9F0B91D82C57}" destId="{7D53B381-929C-41C5-9237-5C5F0F7116DE}" srcOrd="0" destOrd="0" presId="urn:microsoft.com/office/officeart/2005/8/layout/hierarchy5"/>
    <dgm:cxn modelId="{F23CDB16-0B88-452E-AC6F-F5B8A3872695}" type="presParOf" srcId="{E11C5C42-2A95-49B9-9248-C76940C2273B}" destId="{86350989-6D24-42D8-A44D-A4014D55B049}" srcOrd="0" destOrd="0" presId="urn:microsoft.com/office/officeart/2005/8/layout/hierarchy5"/>
    <dgm:cxn modelId="{6405B560-0B19-4F2C-96BD-18B607BF1445}" type="presParOf" srcId="{86350989-6D24-42D8-A44D-A4014D55B049}" destId="{8B259365-3E97-4BB8-874A-0CC6C2A8BC2A}" srcOrd="0" destOrd="0" presId="urn:microsoft.com/office/officeart/2005/8/layout/hierarchy5"/>
    <dgm:cxn modelId="{E9CB39F3-504E-4408-A205-0A21DF37153B}" type="presParOf" srcId="{8B259365-3E97-4BB8-874A-0CC6C2A8BC2A}" destId="{6094EB05-C9F1-444C-829C-53F49A184866}" srcOrd="0" destOrd="0" presId="urn:microsoft.com/office/officeart/2005/8/layout/hierarchy5"/>
    <dgm:cxn modelId="{93601C0B-9E81-4E8C-9CD7-76CFDA6D0B81}" type="presParOf" srcId="{6094EB05-C9F1-444C-829C-53F49A184866}" destId="{4E599C7D-0C9E-4E39-93D6-894A344E86D1}" srcOrd="0" destOrd="0" presId="urn:microsoft.com/office/officeart/2005/8/layout/hierarchy5"/>
    <dgm:cxn modelId="{09369D88-C832-4EDC-820D-BAEA9D54B9AA}" type="presParOf" srcId="{6094EB05-C9F1-444C-829C-53F49A184866}" destId="{4CFD9B2F-563C-4CEB-A1D3-DFD4BE9BABC7}" srcOrd="1" destOrd="0" presId="urn:microsoft.com/office/officeart/2005/8/layout/hierarchy5"/>
    <dgm:cxn modelId="{17A9DF0E-AF10-4F37-8A85-C0FB5FA13FE6}" type="presParOf" srcId="{4CFD9B2F-563C-4CEB-A1D3-DFD4BE9BABC7}" destId="{678B9367-037B-4536-8A25-039B1F180678}" srcOrd="0" destOrd="0" presId="urn:microsoft.com/office/officeart/2005/8/layout/hierarchy5"/>
    <dgm:cxn modelId="{E3152EC3-FD0B-419E-8503-9AEFCB09A969}" type="presParOf" srcId="{678B9367-037B-4536-8A25-039B1F180678}" destId="{16DE8C30-7866-457B-8DD8-56649BF72BE6}" srcOrd="0" destOrd="0" presId="urn:microsoft.com/office/officeart/2005/8/layout/hierarchy5"/>
    <dgm:cxn modelId="{C2F49010-EAB6-4C9C-BC07-74816C7F3CC0}" type="presParOf" srcId="{4CFD9B2F-563C-4CEB-A1D3-DFD4BE9BABC7}" destId="{BEA41A2E-2D01-48EC-B895-CF1C170963F1}" srcOrd="1" destOrd="0" presId="urn:microsoft.com/office/officeart/2005/8/layout/hierarchy5"/>
    <dgm:cxn modelId="{849BF20F-3D85-427C-8808-F482C63C2590}" type="presParOf" srcId="{BEA41A2E-2D01-48EC-B895-CF1C170963F1}" destId="{F87CB410-4131-49CC-81FB-521FD8BBB97F}" srcOrd="0" destOrd="0" presId="urn:microsoft.com/office/officeart/2005/8/layout/hierarchy5"/>
    <dgm:cxn modelId="{1A23562D-696A-4431-BEF1-986EB6FE39C0}" type="presParOf" srcId="{BEA41A2E-2D01-48EC-B895-CF1C170963F1}" destId="{A5381A9A-ECAC-4F61-8A23-48A6F2A1829E}" srcOrd="1" destOrd="0" presId="urn:microsoft.com/office/officeart/2005/8/layout/hierarchy5"/>
    <dgm:cxn modelId="{DBBA82EB-A989-4101-B5F5-ADBDBDCCAE6E}" type="presParOf" srcId="{A5381A9A-ECAC-4F61-8A23-48A6F2A1829E}" destId="{4181390F-448F-4115-9F51-3A119EA8EFD5}" srcOrd="0" destOrd="0" presId="urn:microsoft.com/office/officeart/2005/8/layout/hierarchy5"/>
    <dgm:cxn modelId="{6CC79496-8056-4326-8E16-0B107FF06A21}" type="presParOf" srcId="{4181390F-448F-4115-9F51-3A119EA8EFD5}" destId="{8A9BF480-5B52-4E7B-99AB-9A2C247E01D0}" srcOrd="0" destOrd="0" presId="urn:microsoft.com/office/officeart/2005/8/layout/hierarchy5"/>
    <dgm:cxn modelId="{7561688B-9A22-40E5-9756-8A29B4DC8E9C}" type="presParOf" srcId="{A5381A9A-ECAC-4F61-8A23-48A6F2A1829E}" destId="{99FE8413-4A76-4814-9FDC-EE7CA27FD208}" srcOrd="1" destOrd="0" presId="urn:microsoft.com/office/officeart/2005/8/layout/hierarchy5"/>
    <dgm:cxn modelId="{F359C8C0-42EA-489D-A896-4383E7FA1032}" type="presParOf" srcId="{99FE8413-4A76-4814-9FDC-EE7CA27FD208}" destId="{19B33723-30D0-4B44-85F0-2346A5B0EFEC}" srcOrd="0" destOrd="0" presId="urn:microsoft.com/office/officeart/2005/8/layout/hierarchy5"/>
    <dgm:cxn modelId="{F0E74697-4F52-4E81-8F3B-F3EB8A1CDCEC}" type="presParOf" srcId="{99FE8413-4A76-4814-9FDC-EE7CA27FD208}" destId="{AAFD1DDA-D9D0-4A26-BEB1-869744CFB647}" srcOrd="1" destOrd="0" presId="urn:microsoft.com/office/officeart/2005/8/layout/hierarchy5"/>
    <dgm:cxn modelId="{11B93937-0D32-40A1-AC27-26478C9A3F1D}" type="presParOf" srcId="{4CFD9B2F-563C-4CEB-A1D3-DFD4BE9BABC7}" destId="{2DEE3B8C-81A5-463D-91BC-0E2968810495}" srcOrd="2" destOrd="0" presId="urn:microsoft.com/office/officeart/2005/8/layout/hierarchy5"/>
    <dgm:cxn modelId="{71CFAFFB-A7ED-476E-9AA4-EBC0D9ABABEB}" type="presParOf" srcId="{2DEE3B8C-81A5-463D-91BC-0E2968810495}" destId="{8AEE69A3-962A-475A-BBC6-45B40BDF9B54}" srcOrd="0" destOrd="0" presId="urn:microsoft.com/office/officeart/2005/8/layout/hierarchy5"/>
    <dgm:cxn modelId="{9F14F830-FF49-4F3A-90D4-C2EF31B320A1}" type="presParOf" srcId="{4CFD9B2F-563C-4CEB-A1D3-DFD4BE9BABC7}" destId="{30F760CA-1AF4-4222-8B1A-729BFCB99423}" srcOrd="3" destOrd="0" presId="urn:microsoft.com/office/officeart/2005/8/layout/hierarchy5"/>
    <dgm:cxn modelId="{0B58EACB-38AB-44CD-8E63-D46BA8715C38}" type="presParOf" srcId="{30F760CA-1AF4-4222-8B1A-729BFCB99423}" destId="{7D53B381-929C-41C5-9237-5C5F0F7116DE}" srcOrd="0" destOrd="0" presId="urn:microsoft.com/office/officeart/2005/8/layout/hierarchy5"/>
    <dgm:cxn modelId="{0D75CDF4-DD9A-4B30-8008-B597EC228F6B}" type="presParOf" srcId="{30F760CA-1AF4-4222-8B1A-729BFCB99423}" destId="{FED4715A-08BE-4678-91F4-9C787A40CD37}" srcOrd="1" destOrd="0" presId="urn:microsoft.com/office/officeart/2005/8/layout/hierarchy5"/>
    <dgm:cxn modelId="{E81C05AC-F941-44D1-9E5A-A478E12DD285}" type="presParOf" srcId="{FED4715A-08BE-4678-91F4-9C787A40CD37}" destId="{4CAEA931-1E89-4AE5-9C45-BD40A08D8B7F}" srcOrd="0" destOrd="0" presId="urn:microsoft.com/office/officeart/2005/8/layout/hierarchy5"/>
    <dgm:cxn modelId="{FBC3BCF6-75DE-41C5-B937-D257FB966FD3}" type="presParOf" srcId="{4CAEA931-1E89-4AE5-9C45-BD40A08D8B7F}" destId="{5C4920E7-C8A4-4E6C-BB6A-6EED5C71DD92}" srcOrd="0" destOrd="0" presId="urn:microsoft.com/office/officeart/2005/8/layout/hierarchy5"/>
    <dgm:cxn modelId="{D8ADF67E-776D-48A2-9F61-BD9D4187E1D6}" type="presParOf" srcId="{FED4715A-08BE-4678-91F4-9C787A40CD37}" destId="{10B11954-467C-426F-898B-2E7FBC2238BE}" srcOrd="1" destOrd="0" presId="urn:microsoft.com/office/officeart/2005/8/layout/hierarchy5"/>
    <dgm:cxn modelId="{3D6DA32C-6A9D-455A-B619-AE7E46A0A025}" type="presParOf" srcId="{10B11954-467C-426F-898B-2E7FBC2238BE}" destId="{5D575BBE-9382-44D6-A5B0-D460F057CAA4}" srcOrd="0" destOrd="0" presId="urn:microsoft.com/office/officeart/2005/8/layout/hierarchy5"/>
    <dgm:cxn modelId="{A61EF773-4988-436B-A7AB-2A741A6D5F89}" type="presParOf" srcId="{10B11954-467C-426F-898B-2E7FBC2238BE}" destId="{F5E0ADAC-D14B-40E7-AB64-3CE0D7EA9D00}" srcOrd="1" destOrd="0" presId="urn:microsoft.com/office/officeart/2005/8/layout/hierarchy5"/>
    <dgm:cxn modelId="{9BFCE45B-92F4-4CEC-BEA8-E11292F21C76}" type="presParOf" srcId="{E11C5C42-2A95-49B9-9248-C76940C2273B}" destId="{1A4D447B-AEEF-4ABC-97A5-63B70BE013E8}"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8A304B-7905-4B6C-BB80-87C271D92266}"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7AEC3A69-6EAD-4DB8-8EEA-E45E87904B81}">
      <dgm:prSet custT="1"/>
      <dgm:spPr>
        <a:solidFill>
          <a:schemeClr val="accent1">
            <a:hueOff val="0"/>
            <a:satOff val="0"/>
            <a:lumOff val="0"/>
            <a:alpha val="20000"/>
          </a:schemeClr>
        </a:solidFill>
      </dgm:spPr>
      <dgm:t>
        <a:bodyPr/>
        <a:lstStyle/>
        <a:p>
          <a:r>
            <a:rPr lang="en-US" sz="1200" dirty="0" smtClean="0">
              <a:latin typeface="Candara" panose="020E0502030303020204" pitchFamily="34" charset="0"/>
            </a:rPr>
            <a:t>TCL</a:t>
          </a:r>
          <a:endParaRPr lang="en-IN" sz="1200" dirty="0">
            <a:latin typeface="Candara" panose="020E0502030303020204" pitchFamily="34" charset="0"/>
          </a:endParaRPr>
        </a:p>
      </dgm:t>
    </dgm:pt>
    <dgm:pt modelId="{F8C6E65C-47B7-4851-886A-CB306706018A}" type="parTrans" cxnId="{1BAD3599-1541-431C-A46E-1C6DD804EB37}">
      <dgm:prSet/>
      <dgm:spPr/>
      <dgm:t>
        <a:bodyPr/>
        <a:lstStyle/>
        <a:p>
          <a:endParaRPr lang="en-US" sz="1100">
            <a:latin typeface="Candara" panose="020E0502030303020204" pitchFamily="34" charset="0"/>
          </a:endParaRPr>
        </a:p>
      </dgm:t>
    </dgm:pt>
    <dgm:pt modelId="{145FE372-8D0B-4BEB-AE8D-C632277D1CA3}" type="sibTrans" cxnId="{1BAD3599-1541-431C-A46E-1C6DD804EB37}">
      <dgm:prSet/>
      <dgm:spPr/>
      <dgm:t>
        <a:bodyPr/>
        <a:lstStyle/>
        <a:p>
          <a:endParaRPr lang="en-US" sz="1100">
            <a:latin typeface="Candara" panose="020E0502030303020204" pitchFamily="34" charset="0"/>
          </a:endParaRPr>
        </a:p>
      </dgm:t>
    </dgm:pt>
    <dgm:pt modelId="{CA6DDE21-591D-4E69-81A3-4A727A72DBC3}">
      <dgm:prSet custT="1"/>
      <dgm:spPr>
        <a:solidFill>
          <a:schemeClr val="accent1">
            <a:hueOff val="0"/>
            <a:satOff val="0"/>
            <a:lumOff val="0"/>
            <a:alpha val="20000"/>
          </a:schemeClr>
        </a:solidFill>
      </dgm:spPr>
      <dgm:t>
        <a:bodyPr/>
        <a:lstStyle/>
        <a:p>
          <a:r>
            <a:rPr lang="en-US" sz="1200" dirty="0" smtClean="0">
              <a:latin typeface="Candara" panose="020E0502030303020204" pitchFamily="34" charset="0"/>
            </a:rPr>
            <a:t>COMMIT</a:t>
          </a:r>
          <a:endParaRPr lang="en-IN" sz="1200" dirty="0">
            <a:latin typeface="Candara" panose="020E0502030303020204" pitchFamily="34" charset="0"/>
          </a:endParaRPr>
        </a:p>
      </dgm:t>
    </dgm:pt>
    <dgm:pt modelId="{06C59D93-8010-40B8-9AE5-B63072C10486}" type="parTrans" cxnId="{CEA27A85-EDA8-4E2E-8C71-A415CD83ADC7}">
      <dgm:prSet custT="1"/>
      <dgm:spPr/>
      <dgm:t>
        <a:bodyPr/>
        <a:lstStyle/>
        <a:p>
          <a:endParaRPr lang="en-US" sz="1100">
            <a:latin typeface="Candara" panose="020E0502030303020204" pitchFamily="34" charset="0"/>
          </a:endParaRPr>
        </a:p>
      </dgm:t>
    </dgm:pt>
    <dgm:pt modelId="{DC429470-070B-48B8-86B1-58D9ED46BD9A}" type="sibTrans" cxnId="{CEA27A85-EDA8-4E2E-8C71-A415CD83ADC7}">
      <dgm:prSet/>
      <dgm:spPr/>
      <dgm:t>
        <a:bodyPr/>
        <a:lstStyle/>
        <a:p>
          <a:endParaRPr lang="en-US" sz="1100">
            <a:latin typeface="Candara" panose="020E0502030303020204" pitchFamily="34" charset="0"/>
          </a:endParaRPr>
        </a:p>
      </dgm:t>
    </dgm:pt>
    <dgm:pt modelId="{62C79DEC-B242-4CF3-A6DF-5C8ECC3DAD9C}">
      <dgm:prSet custT="1"/>
      <dgm:spPr>
        <a:solidFill>
          <a:schemeClr val="accent1">
            <a:hueOff val="0"/>
            <a:satOff val="0"/>
            <a:lumOff val="0"/>
            <a:alpha val="20000"/>
          </a:schemeClr>
        </a:solidFill>
      </dgm:spPr>
      <dgm:t>
        <a:bodyPr/>
        <a:lstStyle/>
        <a:p>
          <a:r>
            <a:rPr lang="en-US" sz="1200" dirty="0" smtClean="0">
              <a:latin typeface="Candara" panose="020E0502030303020204" pitchFamily="34" charset="0"/>
            </a:rPr>
            <a:t>ROLLBACK</a:t>
          </a:r>
          <a:endParaRPr lang="en-IN" sz="1200" dirty="0">
            <a:latin typeface="Candara" panose="020E0502030303020204" pitchFamily="34" charset="0"/>
          </a:endParaRPr>
        </a:p>
      </dgm:t>
    </dgm:pt>
    <dgm:pt modelId="{FC185D5A-29BF-4E62-BB1C-6554A5BC073C}" type="parTrans" cxnId="{F5DB49E5-8B46-417A-999D-F7C0AABD78C7}">
      <dgm:prSet custT="1"/>
      <dgm:spPr/>
      <dgm:t>
        <a:bodyPr/>
        <a:lstStyle/>
        <a:p>
          <a:endParaRPr lang="en-US" sz="1100">
            <a:latin typeface="Candara" panose="020E0502030303020204" pitchFamily="34" charset="0"/>
          </a:endParaRPr>
        </a:p>
      </dgm:t>
    </dgm:pt>
    <dgm:pt modelId="{5CEBD415-8723-46FF-902E-FAE17E0BE66B}" type="sibTrans" cxnId="{F5DB49E5-8B46-417A-999D-F7C0AABD78C7}">
      <dgm:prSet/>
      <dgm:spPr/>
      <dgm:t>
        <a:bodyPr/>
        <a:lstStyle/>
        <a:p>
          <a:endParaRPr lang="en-US" sz="1100">
            <a:latin typeface="Candara" panose="020E0502030303020204" pitchFamily="34" charset="0"/>
          </a:endParaRPr>
        </a:p>
      </dgm:t>
    </dgm:pt>
    <dgm:pt modelId="{2EE47B89-C8C2-4BB5-BFDB-4F59CDCF30B6}">
      <dgm:prSet custT="1"/>
      <dgm:spPr>
        <a:solidFill>
          <a:schemeClr val="accent1">
            <a:hueOff val="0"/>
            <a:satOff val="0"/>
            <a:lumOff val="0"/>
            <a:alpha val="20000"/>
          </a:schemeClr>
        </a:solidFill>
      </dgm:spPr>
      <dgm:t>
        <a:bodyPr/>
        <a:lstStyle/>
        <a:p>
          <a:r>
            <a:rPr lang="en-US" sz="1200" dirty="0" smtClean="0">
              <a:latin typeface="Candara" panose="020E0502030303020204" pitchFamily="34" charset="0"/>
            </a:rPr>
            <a:t>SAVEPOINT</a:t>
          </a:r>
          <a:endParaRPr lang="en-IN" sz="1200" dirty="0">
            <a:latin typeface="Candara" panose="020E0502030303020204" pitchFamily="34" charset="0"/>
          </a:endParaRPr>
        </a:p>
      </dgm:t>
    </dgm:pt>
    <dgm:pt modelId="{697435E2-EC38-43D0-B4F0-DDADA84BC9CC}" type="parTrans" cxnId="{F839C41E-CA65-4E32-A7F7-D9FB57153787}">
      <dgm:prSet custT="1"/>
      <dgm:spPr/>
      <dgm:t>
        <a:bodyPr/>
        <a:lstStyle/>
        <a:p>
          <a:endParaRPr lang="en-US" sz="1100">
            <a:latin typeface="Candara" panose="020E0502030303020204" pitchFamily="34" charset="0"/>
          </a:endParaRPr>
        </a:p>
      </dgm:t>
    </dgm:pt>
    <dgm:pt modelId="{71990A32-3318-4A7D-8011-F9A4AA2BE5AF}" type="sibTrans" cxnId="{F839C41E-CA65-4E32-A7F7-D9FB57153787}">
      <dgm:prSet/>
      <dgm:spPr/>
      <dgm:t>
        <a:bodyPr/>
        <a:lstStyle/>
        <a:p>
          <a:endParaRPr lang="en-US" sz="1100">
            <a:latin typeface="Candara" panose="020E0502030303020204" pitchFamily="34" charset="0"/>
          </a:endParaRPr>
        </a:p>
      </dgm:t>
    </dgm:pt>
    <dgm:pt modelId="{817178A3-FB8B-4F3A-8AE2-B8DD6FC6D0F4}">
      <dgm:prSet custT="1"/>
      <dgm:spPr>
        <a:solidFill>
          <a:schemeClr val="accent1">
            <a:hueOff val="0"/>
            <a:satOff val="0"/>
            <a:lumOff val="0"/>
            <a:alpha val="20000"/>
          </a:schemeClr>
        </a:solidFill>
      </dgm:spPr>
      <dgm:t>
        <a:bodyPr/>
        <a:lstStyle/>
        <a:p>
          <a:r>
            <a:rPr lang="en-IN" sz="1200" dirty="0" smtClean="0">
              <a:latin typeface="Candara" panose="020E0502030303020204" pitchFamily="34" charset="0"/>
            </a:rPr>
            <a:t>Saves all changes made during the current transaction permanently</a:t>
          </a:r>
          <a:endParaRPr lang="en-IN" sz="1200" dirty="0">
            <a:latin typeface="Candara" panose="020E0502030303020204" pitchFamily="34" charset="0"/>
          </a:endParaRPr>
        </a:p>
      </dgm:t>
    </dgm:pt>
    <dgm:pt modelId="{FBF70B09-C45A-404D-877E-5FF2BE80E26B}" type="parTrans" cxnId="{2817A094-DEB1-45E5-AAF6-CEE538492BE7}">
      <dgm:prSet/>
      <dgm:spPr/>
      <dgm:t>
        <a:bodyPr/>
        <a:lstStyle/>
        <a:p>
          <a:endParaRPr lang="en-US"/>
        </a:p>
      </dgm:t>
    </dgm:pt>
    <dgm:pt modelId="{2CF3DB59-6C79-48C4-B0F9-CD667839A0A9}" type="sibTrans" cxnId="{2817A094-DEB1-45E5-AAF6-CEE538492BE7}">
      <dgm:prSet/>
      <dgm:spPr/>
      <dgm:t>
        <a:bodyPr/>
        <a:lstStyle/>
        <a:p>
          <a:endParaRPr lang="en-US"/>
        </a:p>
      </dgm:t>
    </dgm:pt>
    <dgm:pt modelId="{A294DC8F-D329-46B1-B7D0-2ABFC6169C30}">
      <dgm:prSet custT="1"/>
      <dgm:spPr>
        <a:solidFill>
          <a:schemeClr val="accent1">
            <a:hueOff val="0"/>
            <a:satOff val="0"/>
            <a:lumOff val="0"/>
            <a:alpha val="20000"/>
          </a:schemeClr>
        </a:solidFill>
      </dgm:spPr>
      <dgm:t>
        <a:bodyPr/>
        <a:lstStyle/>
        <a:p>
          <a:r>
            <a:rPr lang="en-IN" sz="1200" dirty="0" smtClean="0">
              <a:latin typeface="Candara" panose="020E0502030303020204" pitchFamily="34" charset="0"/>
            </a:rPr>
            <a:t>Undoes changes made during the current transaction if an error occurs</a:t>
          </a:r>
          <a:endParaRPr lang="en-IN" sz="1200" dirty="0">
            <a:latin typeface="Candara" panose="020E0502030303020204" pitchFamily="34" charset="0"/>
          </a:endParaRPr>
        </a:p>
      </dgm:t>
    </dgm:pt>
    <dgm:pt modelId="{BD216AED-30D1-4A29-8CF3-DDC9DAD34925}" type="parTrans" cxnId="{9363A210-229F-447D-A31D-D853A809E4F4}">
      <dgm:prSet/>
      <dgm:spPr/>
      <dgm:t>
        <a:bodyPr/>
        <a:lstStyle/>
        <a:p>
          <a:endParaRPr lang="en-US"/>
        </a:p>
      </dgm:t>
    </dgm:pt>
    <dgm:pt modelId="{BE5F36B8-4B89-4381-A84E-1921D981C121}" type="sibTrans" cxnId="{9363A210-229F-447D-A31D-D853A809E4F4}">
      <dgm:prSet/>
      <dgm:spPr/>
      <dgm:t>
        <a:bodyPr/>
        <a:lstStyle/>
        <a:p>
          <a:endParaRPr lang="en-US"/>
        </a:p>
      </dgm:t>
    </dgm:pt>
    <dgm:pt modelId="{EDFB9EA4-402A-4BD6-B120-09666144F8D3}">
      <dgm:prSet custT="1"/>
      <dgm:spPr>
        <a:solidFill>
          <a:schemeClr val="accent1">
            <a:hueOff val="0"/>
            <a:satOff val="0"/>
            <a:lumOff val="0"/>
            <a:alpha val="20000"/>
          </a:schemeClr>
        </a:solidFill>
      </dgm:spPr>
      <dgm:t>
        <a:bodyPr/>
        <a:lstStyle/>
        <a:p>
          <a:r>
            <a:rPr lang="en-IN" sz="1200" smtClean="0">
              <a:latin typeface="Candara" panose="020E0502030303020204" pitchFamily="34" charset="0"/>
            </a:rPr>
            <a:t>Sets a point within a transaction to which you can roll back later</a:t>
          </a:r>
          <a:endParaRPr lang="en-IN" sz="1200" dirty="0">
            <a:latin typeface="Candara" panose="020E0502030303020204" pitchFamily="34" charset="0"/>
          </a:endParaRPr>
        </a:p>
      </dgm:t>
    </dgm:pt>
    <dgm:pt modelId="{E2698275-54BA-4178-BDB5-3DA5BA04F6BC}" type="parTrans" cxnId="{B644E1E0-E5B2-4747-BE36-5881F1673924}">
      <dgm:prSet/>
      <dgm:spPr/>
      <dgm:t>
        <a:bodyPr/>
        <a:lstStyle/>
        <a:p>
          <a:endParaRPr lang="en-US"/>
        </a:p>
      </dgm:t>
    </dgm:pt>
    <dgm:pt modelId="{2A8DC0C3-5AAB-430A-B60A-CA30277514D7}" type="sibTrans" cxnId="{B644E1E0-E5B2-4747-BE36-5881F1673924}">
      <dgm:prSet/>
      <dgm:spPr/>
      <dgm:t>
        <a:bodyPr/>
        <a:lstStyle/>
        <a:p>
          <a:endParaRPr lang="en-US"/>
        </a:p>
      </dgm:t>
    </dgm:pt>
    <dgm:pt modelId="{E11C5C42-2A95-49B9-9248-C76940C2273B}" type="pres">
      <dgm:prSet presAssocID="{728A304B-7905-4B6C-BB80-87C271D92266}" presName="mainComposite" presStyleCnt="0">
        <dgm:presLayoutVars>
          <dgm:chPref val="1"/>
          <dgm:dir/>
          <dgm:animOne val="branch"/>
          <dgm:animLvl val="lvl"/>
          <dgm:resizeHandles val="exact"/>
        </dgm:presLayoutVars>
      </dgm:prSet>
      <dgm:spPr/>
      <dgm:t>
        <a:bodyPr/>
        <a:lstStyle/>
        <a:p>
          <a:endParaRPr lang="en-US"/>
        </a:p>
      </dgm:t>
    </dgm:pt>
    <dgm:pt modelId="{86350989-6D24-42D8-A44D-A4014D55B049}" type="pres">
      <dgm:prSet presAssocID="{728A304B-7905-4B6C-BB80-87C271D92266}" presName="hierFlow" presStyleCnt="0"/>
      <dgm:spPr/>
    </dgm:pt>
    <dgm:pt modelId="{8B259365-3E97-4BB8-874A-0CC6C2A8BC2A}" type="pres">
      <dgm:prSet presAssocID="{728A304B-7905-4B6C-BB80-87C271D92266}" presName="hierChild1" presStyleCnt="0">
        <dgm:presLayoutVars>
          <dgm:chPref val="1"/>
          <dgm:animOne val="branch"/>
          <dgm:animLvl val="lvl"/>
        </dgm:presLayoutVars>
      </dgm:prSet>
      <dgm:spPr/>
    </dgm:pt>
    <dgm:pt modelId="{6094EB05-C9F1-444C-829C-53F49A184866}" type="pres">
      <dgm:prSet presAssocID="{7AEC3A69-6EAD-4DB8-8EEA-E45E87904B81}" presName="Name17" presStyleCnt="0"/>
      <dgm:spPr/>
    </dgm:pt>
    <dgm:pt modelId="{4E599C7D-0C9E-4E39-93D6-894A344E86D1}" type="pres">
      <dgm:prSet presAssocID="{7AEC3A69-6EAD-4DB8-8EEA-E45E87904B81}" presName="level1Shape" presStyleLbl="node0" presStyleIdx="0" presStyleCnt="1" custScaleX="130935" custScaleY="158673">
        <dgm:presLayoutVars>
          <dgm:chPref val="3"/>
        </dgm:presLayoutVars>
      </dgm:prSet>
      <dgm:spPr/>
      <dgm:t>
        <a:bodyPr/>
        <a:lstStyle/>
        <a:p>
          <a:endParaRPr lang="en-US"/>
        </a:p>
      </dgm:t>
    </dgm:pt>
    <dgm:pt modelId="{4CFD9B2F-563C-4CEB-A1D3-DFD4BE9BABC7}" type="pres">
      <dgm:prSet presAssocID="{7AEC3A69-6EAD-4DB8-8EEA-E45E87904B81}" presName="hierChild2" presStyleCnt="0"/>
      <dgm:spPr/>
    </dgm:pt>
    <dgm:pt modelId="{5D910437-A6E4-479D-832E-81FCA6B77D91}" type="pres">
      <dgm:prSet presAssocID="{06C59D93-8010-40B8-9AE5-B63072C10486}" presName="Name25" presStyleLbl="parChTrans1D2" presStyleIdx="0" presStyleCnt="3"/>
      <dgm:spPr/>
      <dgm:t>
        <a:bodyPr/>
        <a:lstStyle/>
        <a:p>
          <a:endParaRPr lang="en-US"/>
        </a:p>
      </dgm:t>
    </dgm:pt>
    <dgm:pt modelId="{0D9C4F43-447B-4F7A-84C3-5F31CCD49494}" type="pres">
      <dgm:prSet presAssocID="{06C59D93-8010-40B8-9AE5-B63072C10486}" presName="connTx" presStyleLbl="parChTrans1D2" presStyleIdx="0" presStyleCnt="3"/>
      <dgm:spPr/>
      <dgm:t>
        <a:bodyPr/>
        <a:lstStyle/>
        <a:p>
          <a:endParaRPr lang="en-US"/>
        </a:p>
      </dgm:t>
    </dgm:pt>
    <dgm:pt modelId="{5B885641-2871-403E-AD50-86DB9990E1C5}" type="pres">
      <dgm:prSet presAssocID="{CA6DDE21-591D-4E69-81A3-4A727A72DBC3}" presName="Name30" presStyleCnt="0"/>
      <dgm:spPr/>
    </dgm:pt>
    <dgm:pt modelId="{DD12AA0A-68D8-44D5-AD21-77986FD31EEA}" type="pres">
      <dgm:prSet presAssocID="{CA6DDE21-591D-4E69-81A3-4A727A72DBC3}" presName="level2Shape" presStyleLbl="node2" presStyleIdx="0" presStyleCnt="3" custScaleX="150679" custScaleY="171525" custLinFactNeighborY="-1290"/>
      <dgm:spPr/>
      <dgm:t>
        <a:bodyPr/>
        <a:lstStyle/>
        <a:p>
          <a:endParaRPr lang="en-US"/>
        </a:p>
      </dgm:t>
    </dgm:pt>
    <dgm:pt modelId="{689EC91A-D8E3-4394-994F-C9E8FEB99C01}" type="pres">
      <dgm:prSet presAssocID="{CA6DDE21-591D-4E69-81A3-4A727A72DBC3}" presName="hierChild3" presStyleCnt="0"/>
      <dgm:spPr/>
    </dgm:pt>
    <dgm:pt modelId="{8460A001-F736-462E-AB7C-C4C85D92D14A}" type="pres">
      <dgm:prSet presAssocID="{FBF70B09-C45A-404D-877E-5FF2BE80E26B}" presName="Name25" presStyleLbl="parChTrans1D3" presStyleIdx="0" presStyleCnt="3"/>
      <dgm:spPr/>
      <dgm:t>
        <a:bodyPr/>
        <a:lstStyle/>
        <a:p>
          <a:endParaRPr lang="en-US"/>
        </a:p>
      </dgm:t>
    </dgm:pt>
    <dgm:pt modelId="{CBCA8F90-EDBF-41FB-B497-ECA8FE173035}" type="pres">
      <dgm:prSet presAssocID="{FBF70B09-C45A-404D-877E-5FF2BE80E26B}" presName="connTx" presStyleLbl="parChTrans1D3" presStyleIdx="0" presStyleCnt="3"/>
      <dgm:spPr/>
      <dgm:t>
        <a:bodyPr/>
        <a:lstStyle/>
        <a:p>
          <a:endParaRPr lang="en-US"/>
        </a:p>
      </dgm:t>
    </dgm:pt>
    <dgm:pt modelId="{E76ECBD4-C47B-46C6-855D-A4FA34C0988B}" type="pres">
      <dgm:prSet presAssocID="{817178A3-FB8B-4F3A-8AE2-B8DD6FC6D0F4}" presName="Name30" presStyleCnt="0"/>
      <dgm:spPr/>
    </dgm:pt>
    <dgm:pt modelId="{C27142A5-78EC-4866-A7F9-AA44D33D1F75}" type="pres">
      <dgm:prSet presAssocID="{817178A3-FB8B-4F3A-8AE2-B8DD6FC6D0F4}" presName="level2Shape" presStyleLbl="node3" presStyleIdx="0" presStyleCnt="3" custScaleX="504518" custScaleY="205797"/>
      <dgm:spPr/>
      <dgm:t>
        <a:bodyPr/>
        <a:lstStyle/>
        <a:p>
          <a:endParaRPr lang="en-US"/>
        </a:p>
      </dgm:t>
    </dgm:pt>
    <dgm:pt modelId="{932855B3-FBBB-443B-83FB-DF3D5DF750E0}" type="pres">
      <dgm:prSet presAssocID="{817178A3-FB8B-4F3A-8AE2-B8DD6FC6D0F4}" presName="hierChild3" presStyleCnt="0"/>
      <dgm:spPr/>
    </dgm:pt>
    <dgm:pt modelId="{C71868F8-1011-467B-8E6D-8E2990A8D7D5}" type="pres">
      <dgm:prSet presAssocID="{FC185D5A-29BF-4E62-BB1C-6554A5BC073C}" presName="Name25" presStyleLbl="parChTrans1D2" presStyleIdx="1" presStyleCnt="3"/>
      <dgm:spPr/>
      <dgm:t>
        <a:bodyPr/>
        <a:lstStyle/>
        <a:p>
          <a:endParaRPr lang="en-US"/>
        </a:p>
      </dgm:t>
    </dgm:pt>
    <dgm:pt modelId="{637F84C4-6D70-4CCF-8B19-0852A91FA59B}" type="pres">
      <dgm:prSet presAssocID="{FC185D5A-29BF-4E62-BB1C-6554A5BC073C}" presName="connTx" presStyleLbl="parChTrans1D2" presStyleIdx="1" presStyleCnt="3"/>
      <dgm:spPr/>
      <dgm:t>
        <a:bodyPr/>
        <a:lstStyle/>
        <a:p>
          <a:endParaRPr lang="en-US"/>
        </a:p>
      </dgm:t>
    </dgm:pt>
    <dgm:pt modelId="{0894C07A-CF34-45E5-B19F-C72AD17D34A3}" type="pres">
      <dgm:prSet presAssocID="{62C79DEC-B242-4CF3-A6DF-5C8ECC3DAD9C}" presName="Name30" presStyleCnt="0"/>
      <dgm:spPr/>
    </dgm:pt>
    <dgm:pt modelId="{230C7453-0B80-490E-84B5-F7121886665F}" type="pres">
      <dgm:prSet presAssocID="{62C79DEC-B242-4CF3-A6DF-5C8ECC3DAD9C}" presName="level2Shape" presStyleLbl="node2" presStyleIdx="1" presStyleCnt="3" custScaleX="150679" custScaleY="171525"/>
      <dgm:spPr/>
      <dgm:t>
        <a:bodyPr/>
        <a:lstStyle/>
        <a:p>
          <a:endParaRPr lang="en-US"/>
        </a:p>
      </dgm:t>
    </dgm:pt>
    <dgm:pt modelId="{D120B9A1-2CD1-476A-8E8B-526CA9DC874F}" type="pres">
      <dgm:prSet presAssocID="{62C79DEC-B242-4CF3-A6DF-5C8ECC3DAD9C}" presName="hierChild3" presStyleCnt="0"/>
      <dgm:spPr/>
    </dgm:pt>
    <dgm:pt modelId="{7B4E2664-CB26-4A7A-B7DA-6E244EDE73FF}" type="pres">
      <dgm:prSet presAssocID="{BD216AED-30D1-4A29-8CF3-DDC9DAD34925}" presName="Name25" presStyleLbl="parChTrans1D3" presStyleIdx="1" presStyleCnt="3"/>
      <dgm:spPr/>
      <dgm:t>
        <a:bodyPr/>
        <a:lstStyle/>
        <a:p>
          <a:endParaRPr lang="en-US"/>
        </a:p>
      </dgm:t>
    </dgm:pt>
    <dgm:pt modelId="{8CC2662A-127A-40DC-A35F-CFA507585F88}" type="pres">
      <dgm:prSet presAssocID="{BD216AED-30D1-4A29-8CF3-DDC9DAD34925}" presName="connTx" presStyleLbl="parChTrans1D3" presStyleIdx="1" presStyleCnt="3"/>
      <dgm:spPr/>
      <dgm:t>
        <a:bodyPr/>
        <a:lstStyle/>
        <a:p>
          <a:endParaRPr lang="en-US"/>
        </a:p>
      </dgm:t>
    </dgm:pt>
    <dgm:pt modelId="{E170FCE3-D905-447D-B236-3A98999824B0}" type="pres">
      <dgm:prSet presAssocID="{A294DC8F-D329-46B1-B7D0-2ABFC6169C30}" presName="Name30" presStyleCnt="0"/>
      <dgm:spPr/>
    </dgm:pt>
    <dgm:pt modelId="{9B1F2FB1-4293-4C13-8C91-B788D4E0D058}" type="pres">
      <dgm:prSet presAssocID="{A294DC8F-D329-46B1-B7D0-2ABFC6169C30}" presName="level2Shape" presStyleLbl="node3" presStyleIdx="1" presStyleCnt="3" custScaleX="504518" custScaleY="205797"/>
      <dgm:spPr/>
      <dgm:t>
        <a:bodyPr/>
        <a:lstStyle/>
        <a:p>
          <a:endParaRPr lang="en-US"/>
        </a:p>
      </dgm:t>
    </dgm:pt>
    <dgm:pt modelId="{73878F98-F9F5-4D37-82B8-2D332FE4D3C3}" type="pres">
      <dgm:prSet presAssocID="{A294DC8F-D329-46B1-B7D0-2ABFC6169C30}" presName="hierChild3" presStyleCnt="0"/>
      <dgm:spPr/>
    </dgm:pt>
    <dgm:pt modelId="{AFEFC928-AAA8-4371-93A1-8699D03AC641}" type="pres">
      <dgm:prSet presAssocID="{697435E2-EC38-43D0-B4F0-DDADA84BC9CC}" presName="Name25" presStyleLbl="parChTrans1D2" presStyleIdx="2" presStyleCnt="3"/>
      <dgm:spPr/>
      <dgm:t>
        <a:bodyPr/>
        <a:lstStyle/>
        <a:p>
          <a:endParaRPr lang="en-US"/>
        </a:p>
      </dgm:t>
    </dgm:pt>
    <dgm:pt modelId="{FD404A81-C0F5-42D8-885F-791D5A2E0549}" type="pres">
      <dgm:prSet presAssocID="{697435E2-EC38-43D0-B4F0-DDADA84BC9CC}" presName="connTx" presStyleLbl="parChTrans1D2" presStyleIdx="2" presStyleCnt="3"/>
      <dgm:spPr/>
      <dgm:t>
        <a:bodyPr/>
        <a:lstStyle/>
        <a:p>
          <a:endParaRPr lang="en-US"/>
        </a:p>
      </dgm:t>
    </dgm:pt>
    <dgm:pt modelId="{66954AF4-EC91-41BB-B12C-6255B2A6D775}" type="pres">
      <dgm:prSet presAssocID="{2EE47B89-C8C2-4BB5-BFDB-4F59CDCF30B6}" presName="Name30" presStyleCnt="0"/>
      <dgm:spPr/>
    </dgm:pt>
    <dgm:pt modelId="{1B8890E1-6090-4FB6-A0AE-AEDAA0694242}" type="pres">
      <dgm:prSet presAssocID="{2EE47B89-C8C2-4BB5-BFDB-4F59CDCF30B6}" presName="level2Shape" presStyleLbl="node2" presStyleIdx="2" presStyleCnt="3" custScaleX="150679" custScaleY="171525"/>
      <dgm:spPr/>
      <dgm:t>
        <a:bodyPr/>
        <a:lstStyle/>
        <a:p>
          <a:endParaRPr lang="en-US"/>
        </a:p>
      </dgm:t>
    </dgm:pt>
    <dgm:pt modelId="{B716A1E7-87AD-4FF2-BCB3-14F78B1C256F}" type="pres">
      <dgm:prSet presAssocID="{2EE47B89-C8C2-4BB5-BFDB-4F59CDCF30B6}" presName="hierChild3" presStyleCnt="0"/>
      <dgm:spPr/>
    </dgm:pt>
    <dgm:pt modelId="{C8B532D9-F2A8-4866-BAF1-319D96442994}" type="pres">
      <dgm:prSet presAssocID="{E2698275-54BA-4178-BDB5-3DA5BA04F6BC}" presName="Name25" presStyleLbl="parChTrans1D3" presStyleIdx="2" presStyleCnt="3"/>
      <dgm:spPr/>
      <dgm:t>
        <a:bodyPr/>
        <a:lstStyle/>
        <a:p>
          <a:endParaRPr lang="en-US"/>
        </a:p>
      </dgm:t>
    </dgm:pt>
    <dgm:pt modelId="{45F19D76-6D20-41BF-B5E7-B447F27F1189}" type="pres">
      <dgm:prSet presAssocID="{E2698275-54BA-4178-BDB5-3DA5BA04F6BC}" presName="connTx" presStyleLbl="parChTrans1D3" presStyleIdx="2" presStyleCnt="3"/>
      <dgm:spPr/>
      <dgm:t>
        <a:bodyPr/>
        <a:lstStyle/>
        <a:p>
          <a:endParaRPr lang="en-US"/>
        </a:p>
      </dgm:t>
    </dgm:pt>
    <dgm:pt modelId="{52301312-EEB6-4100-9881-841DFFC8D23A}" type="pres">
      <dgm:prSet presAssocID="{EDFB9EA4-402A-4BD6-B120-09666144F8D3}" presName="Name30" presStyleCnt="0"/>
      <dgm:spPr/>
    </dgm:pt>
    <dgm:pt modelId="{97B86EB4-6921-4582-AB1C-211E9EAD6B0B}" type="pres">
      <dgm:prSet presAssocID="{EDFB9EA4-402A-4BD6-B120-09666144F8D3}" presName="level2Shape" presStyleLbl="node3" presStyleIdx="2" presStyleCnt="3" custScaleX="504518" custScaleY="205797"/>
      <dgm:spPr/>
      <dgm:t>
        <a:bodyPr/>
        <a:lstStyle/>
        <a:p>
          <a:endParaRPr lang="en-US"/>
        </a:p>
      </dgm:t>
    </dgm:pt>
    <dgm:pt modelId="{9721A388-202F-4748-885E-38912C3394A4}" type="pres">
      <dgm:prSet presAssocID="{EDFB9EA4-402A-4BD6-B120-09666144F8D3}" presName="hierChild3" presStyleCnt="0"/>
      <dgm:spPr/>
    </dgm:pt>
    <dgm:pt modelId="{1A4D447B-AEEF-4ABC-97A5-63B70BE013E8}" type="pres">
      <dgm:prSet presAssocID="{728A304B-7905-4B6C-BB80-87C271D92266}" presName="bgShapesFlow" presStyleCnt="0"/>
      <dgm:spPr/>
    </dgm:pt>
  </dgm:ptLst>
  <dgm:cxnLst>
    <dgm:cxn modelId="{4E8DFBEC-AA83-4907-8873-9F617E3BBE31}" type="presOf" srcId="{CA6DDE21-591D-4E69-81A3-4A727A72DBC3}" destId="{DD12AA0A-68D8-44D5-AD21-77986FD31EEA}" srcOrd="0" destOrd="0" presId="urn:microsoft.com/office/officeart/2005/8/layout/hierarchy5"/>
    <dgm:cxn modelId="{2925AD11-BC7E-48AD-BCB7-3446BD05D9BA}" type="presOf" srcId="{A294DC8F-D329-46B1-B7D0-2ABFC6169C30}" destId="{9B1F2FB1-4293-4C13-8C91-B788D4E0D058}" srcOrd="0" destOrd="0" presId="urn:microsoft.com/office/officeart/2005/8/layout/hierarchy5"/>
    <dgm:cxn modelId="{3F26EC4C-9B16-41ED-BDA3-A7BD699B0E10}" type="presOf" srcId="{06C59D93-8010-40B8-9AE5-B63072C10486}" destId="{5D910437-A6E4-479D-832E-81FCA6B77D91}" srcOrd="0" destOrd="0" presId="urn:microsoft.com/office/officeart/2005/8/layout/hierarchy5"/>
    <dgm:cxn modelId="{FBE98105-0FB1-41D7-8DDA-D5EF1C3A74AE}" type="presOf" srcId="{BD216AED-30D1-4A29-8CF3-DDC9DAD34925}" destId="{8CC2662A-127A-40DC-A35F-CFA507585F88}" srcOrd="1" destOrd="0" presId="urn:microsoft.com/office/officeart/2005/8/layout/hierarchy5"/>
    <dgm:cxn modelId="{B2D00A3B-27F7-4F71-BDC8-5D2414FF54D6}" type="presOf" srcId="{817178A3-FB8B-4F3A-8AE2-B8DD6FC6D0F4}" destId="{C27142A5-78EC-4866-A7F9-AA44D33D1F75}" srcOrd="0" destOrd="0" presId="urn:microsoft.com/office/officeart/2005/8/layout/hierarchy5"/>
    <dgm:cxn modelId="{2C7C5021-9DD6-4F2E-B2D0-2C62949FD281}" type="presOf" srcId="{697435E2-EC38-43D0-B4F0-DDADA84BC9CC}" destId="{FD404A81-C0F5-42D8-885F-791D5A2E0549}" srcOrd="1" destOrd="0" presId="urn:microsoft.com/office/officeart/2005/8/layout/hierarchy5"/>
    <dgm:cxn modelId="{F839C41E-CA65-4E32-A7F7-D9FB57153787}" srcId="{7AEC3A69-6EAD-4DB8-8EEA-E45E87904B81}" destId="{2EE47B89-C8C2-4BB5-BFDB-4F59CDCF30B6}" srcOrd="2" destOrd="0" parTransId="{697435E2-EC38-43D0-B4F0-DDADA84BC9CC}" sibTransId="{71990A32-3318-4A7D-8011-F9A4AA2BE5AF}"/>
    <dgm:cxn modelId="{4C894522-D6AA-433E-8902-BED420D0EA8B}" type="presOf" srcId="{FC185D5A-29BF-4E62-BB1C-6554A5BC073C}" destId="{637F84C4-6D70-4CCF-8B19-0852A91FA59B}" srcOrd="1" destOrd="0" presId="urn:microsoft.com/office/officeart/2005/8/layout/hierarchy5"/>
    <dgm:cxn modelId="{D4EA61F4-1CD2-4D3F-B756-A57FE12E4281}" type="presOf" srcId="{728A304B-7905-4B6C-BB80-87C271D92266}" destId="{E11C5C42-2A95-49B9-9248-C76940C2273B}" srcOrd="0" destOrd="0" presId="urn:microsoft.com/office/officeart/2005/8/layout/hierarchy5"/>
    <dgm:cxn modelId="{7FF29A02-CBE9-4180-8BC6-4AAA6CCC3940}" type="presOf" srcId="{697435E2-EC38-43D0-B4F0-DDADA84BC9CC}" destId="{AFEFC928-AAA8-4371-93A1-8699D03AC641}" srcOrd="0" destOrd="0" presId="urn:microsoft.com/office/officeart/2005/8/layout/hierarchy5"/>
    <dgm:cxn modelId="{521F10EF-0CE8-463F-AACC-FD9355742C0B}" type="presOf" srcId="{E2698275-54BA-4178-BDB5-3DA5BA04F6BC}" destId="{C8B532D9-F2A8-4866-BAF1-319D96442994}" srcOrd="0" destOrd="0" presId="urn:microsoft.com/office/officeart/2005/8/layout/hierarchy5"/>
    <dgm:cxn modelId="{07C878B4-7C2F-4FD8-BB8D-51E9C44796CD}" type="presOf" srcId="{FC185D5A-29BF-4E62-BB1C-6554A5BC073C}" destId="{C71868F8-1011-467B-8E6D-8E2990A8D7D5}" srcOrd="0" destOrd="0" presId="urn:microsoft.com/office/officeart/2005/8/layout/hierarchy5"/>
    <dgm:cxn modelId="{E6AC87F7-BB30-4F50-BF6B-A73495889348}" type="presOf" srcId="{06C59D93-8010-40B8-9AE5-B63072C10486}" destId="{0D9C4F43-447B-4F7A-84C3-5F31CCD49494}" srcOrd="1" destOrd="0" presId="urn:microsoft.com/office/officeart/2005/8/layout/hierarchy5"/>
    <dgm:cxn modelId="{3469363D-9C9D-42D3-91EF-FA40EF5F3967}" type="presOf" srcId="{7AEC3A69-6EAD-4DB8-8EEA-E45E87904B81}" destId="{4E599C7D-0C9E-4E39-93D6-894A344E86D1}" srcOrd="0" destOrd="0" presId="urn:microsoft.com/office/officeart/2005/8/layout/hierarchy5"/>
    <dgm:cxn modelId="{5EB197C6-9B50-473E-8C9E-EC1A0183C81C}" type="presOf" srcId="{FBF70B09-C45A-404D-877E-5FF2BE80E26B}" destId="{CBCA8F90-EDBF-41FB-B497-ECA8FE173035}" srcOrd="1" destOrd="0" presId="urn:microsoft.com/office/officeart/2005/8/layout/hierarchy5"/>
    <dgm:cxn modelId="{72E65A52-CD12-4C43-A32E-BD4427C07B31}" type="presOf" srcId="{E2698275-54BA-4178-BDB5-3DA5BA04F6BC}" destId="{45F19D76-6D20-41BF-B5E7-B447F27F1189}" srcOrd="1" destOrd="0" presId="urn:microsoft.com/office/officeart/2005/8/layout/hierarchy5"/>
    <dgm:cxn modelId="{9363A210-229F-447D-A31D-D853A809E4F4}" srcId="{62C79DEC-B242-4CF3-A6DF-5C8ECC3DAD9C}" destId="{A294DC8F-D329-46B1-B7D0-2ABFC6169C30}" srcOrd="0" destOrd="0" parTransId="{BD216AED-30D1-4A29-8CF3-DDC9DAD34925}" sibTransId="{BE5F36B8-4B89-4381-A84E-1921D981C121}"/>
    <dgm:cxn modelId="{1BAD3599-1541-431C-A46E-1C6DD804EB37}" srcId="{728A304B-7905-4B6C-BB80-87C271D92266}" destId="{7AEC3A69-6EAD-4DB8-8EEA-E45E87904B81}" srcOrd="0" destOrd="0" parTransId="{F8C6E65C-47B7-4851-886A-CB306706018A}" sibTransId="{145FE372-8D0B-4BEB-AE8D-C632277D1CA3}"/>
    <dgm:cxn modelId="{2817A094-DEB1-45E5-AAF6-CEE538492BE7}" srcId="{CA6DDE21-591D-4E69-81A3-4A727A72DBC3}" destId="{817178A3-FB8B-4F3A-8AE2-B8DD6FC6D0F4}" srcOrd="0" destOrd="0" parTransId="{FBF70B09-C45A-404D-877E-5FF2BE80E26B}" sibTransId="{2CF3DB59-6C79-48C4-B0F9-CD667839A0A9}"/>
    <dgm:cxn modelId="{EDF29456-98F2-43E6-B159-29C7648D0A4F}" type="presOf" srcId="{EDFB9EA4-402A-4BD6-B120-09666144F8D3}" destId="{97B86EB4-6921-4582-AB1C-211E9EAD6B0B}" srcOrd="0" destOrd="0" presId="urn:microsoft.com/office/officeart/2005/8/layout/hierarchy5"/>
    <dgm:cxn modelId="{87A16566-3FFB-4D92-9562-C17B3C96B511}" type="presOf" srcId="{BD216AED-30D1-4A29-8CF3-DDC9DAD34925}" destId="{7B4E2664-CB26-4A7A-B7DA-6E244EDE73FF}" srcOrd="0" destOrd="0" presId="urn:microsoft.com/office/officeart/2005/8/layout/hierarchy5"/>
    <dgm:cxn modelId="{F8F8967E-DFD4-45E0-901E-D32362C37A18}" type="presOf" srcId="{2EE47B89-C8C2-4BB5-BFDB-4F59CDCF30B6}" destId="{1B8890E1-6090-4FB6-A0AE-AEDAA0694242}" srcOrd="0" destOrd="0" presId="urn:microsoft.com/office/officeart/2005/8/layout/hierarchy5"/>
    <dgm:cxn modelId="{9F727DA3-D8C2-4232-BF90-2126A0BDEB55}" type="presOf" srcId="{62C79DEC-B242-4CF3-A6DF-5C8ECC3DAD9C}" destId="{230C7453-0B80-490E-84B5-F7121886665F}" srcOrd="0" destOrd="0" presId="urn:microsoft.com/office/officeart/2005/8/layout/hierarchy5"/>
    <dgm:cxn modelId="{F5DB49E5-8B46-417A-999D-F7C0AABD78C7}" srcId="{7AEC3A69-6EAD-4DB8-8EEA-E45E87904B81}" destId="{62C79DEC-B242-4CF3-A6DF-5C8ECC3DAD9C}" srcOrd="1" destOrd="0" parTransId="{FC185D5A-29BF-4E62-BB1C-6554A5BC073C}" sibTransId="{5CEBD415-8723-46FF-902E-FAE17E0BE66B}"/>
    <dgm:cxn modelId="{CEA27A85-EDA8-4E2E-8C71-A415CD83ADC7}" srcId="{7AEC3A69-6EAD-4DB8-8EEA-E45E87904B81}" destId="{CA6DDE21-591D-4E69-81A3-4A727A72DBC3}" srcOrd="0" destOrd="0" parTransId="{06C59D93-8010-40B8-9AE5-B63072C10486}" sibTransId="{DC429470-070B-48B8-86B1-58D9ED46BD9A}"/>
    <dgm:cxn modelId="{3B485BFB-6071-4DEA-BA29-B13AFF37810A}" type="presOf" srcId="{FBF70B09-C45A-404D-877E-5FF2BE80E26B}" destId="{8460A001-F736-462E-AB7C-C4C85D92D14A}" srcOrd="0" destOrd="0" presId="urn:microsoft.com/office/officeart/2005/8/layout/hierarchy5"/>
    <dgm:cxn modelId="{B644E1E0-E5B2-4747-BE36-5881F1673924}" srcId="{2EE47B89-C8C2-4BB5-BFDB-4F59CDCF30B6}" destId="{EDFB9EA4-402A-4BD6-B120-09666144F8D3}" srcOrd="0" destOrd="0" parTransId="{E2698275-54BA-4178-BDB5-3DA5BA04F6BC}" sibTransId="{2A8DC0C3-5AAB-430A-B60A-CA30277514D7}"/>
    <dgm:cxn modelId="{F23CDB16-0B88-452E-AC6F-F5B8A3872695}" type="presParOf" srcId="{E11C5C42-2A95-49B9-9248-C76940C2273B}" destId="{86350989-6D24-42D8-A44D-A4014D55B049}" srcOrd="0" destOrd="0" presId="urn:microsoft.com/office/officeart/2005/8/layout/hierarchy5"/>
    <dgm:cxn modelId="{6405B560-0B19-4F2C-96BD-18B607BF1445}" type="presParOf" srcId="{86350989-6D24-42D8-A44D-A4014D55B049}" destId="{8B259365-3E97-4BB8-874A-0CC6C2A8BC2A}" srcOrd="0" destOrd="0" presId="urn:microsoft.com/office/officeart/2005/8/layout/hierarchy5"/>
    <dgm:cxn modelId="{E9CB39F3-504E-4408-A205-0A21DF37153B}" type="presParOf" srcId="{8B259365-3E97-4BB8-874A-0CC6C2A8BC2A}" destId="{6094EB05-C9F1-444C-829C-53F49A184866}" srcOrd="0" destOrd="0" presId="urn:microsoft.com/office/officeart/2005/8/layout/hierarchy5"/>
    <dgm:cxn modelId="{93601C0B-9E81-4E8C-9CD7-76CFDA6D0B81}" type="presParOf" srcId="{6094EB05-C9F1-444C-829C-53F49A184866}" destId="{4E599C7D-0C9E-4E39-93D6-894A344E86D1}" srcOrd="0" destOrd="0" presId="urn:microsoft.com/office/officeart/2005/8/layout/hierarchy5"/>
    <dgm:cxn modelId="{09369D88-C832-4EDC-820D-BAEA9D54B9AA}" type="presParOf" srcId="{6094EB05-C9F1-444C-829C-53F49A184866}" destId="{4CFD9B2F-563C-4CEB-A1D3-DFD4BE9BABC7}" srcOrd="1" destOrd="0" presId="urn:microsoft.com/office/officeart/2005/8/layout/hierarchy5"/>
    <dgm:cxn modelId="{E3C9E48E-A3FB-4E1D-8B97-9D1C4C1F06E4}" type="presParOf" srcId="{4CFD9B2F-563C-4CEB-A1D3-DFD4BE9BABC7}" destId="{5D910437-A6E4-479D-832E-81FCA6B77D91}" srcOrd="0" destOrd="0" presId="urn:microsoft.com/office/officeart/2005/8/layout/hierarchy5"/>
    <dgm:cxn modelId="{486855E8-78E3-4ECD-AD3D-C1E35B649B9B}" type="presParOf" srcId="{5D910437-A6E4-479D-832E-81FCA6B77D91}" destId="{0D9C4F43-447B-4F7A-84C3-5F31CCD49494}" srcOrd="0" destOrd="0" presId="urn:microsoft.com/office/officeart/2005/8/layout/hierarchy5"/>
    <dgm:cxn modelId="{166BA980-3989-41AF-BE26-E728B8A2D9D7}" type="presParOf" srcId="{4CFD9B2F-563C-4CEB-A1D3-DFD4BE9BABC7}" destId="{5B885641-2871-403E-AD50-86DB9990E1C5}" srcOrd="1" destOrd="0" presId="urn:microsoft.com/office/officeart/2005/8/layout/hierarchy5"/>
    <dgm:cxn modelId="{49B1F515-6E0B-4700-9E9E-6254497AB0E4}" type="presParOf" srcId="{5B885641-2871-403E-AD50-86DB9990E1C5}" destId="{DD12AA0A-68D8-44D5-AD21-77986FD31EEA}" srcOrd="0" destOrd="0" presId="urn:microsoft.com/office/officeart/2005/8/layout/hierarchy5"/>
    <dgm:cxn modelId="{E132C35F-8170-4049-A34F-906464FE00EF}" type="presParOf" srcId="{5B885641-2871-403E-AD50-86DB9990E1C5}" destId="{689EC91A-D8E3-4394-994F-C9E8FEB99C01}" srcOrd="1" destOrd="0" presId="urn:microsoft.com/office/officeart/2005/8/layout/hierarchy5"/>
    <dgm:cxn modelId="{FD1311D5-DF83-446F-82A8-BC0DFBBD30AD}" type="presParOf" srcId="{689EC91A-D8E3-4394-994F-C9E8FEB99C01}" destId="{8460A001-F736-462E-AB7C-C4C85D92D14A}" srcOrd="0" destOrd="0" presId="urn:microsoft.com/office/officeart/2005/8/layout/hierarchy5"/>
    <dgm:cxn modelId="{B780CDC4-CBE2-45C3-9BF0-8E371666973D}" type="presParOf" srcId="{8460A001-F736-462E-AB7C-C4C85D92D14A}" destId="{CBCA8F90-EDBF-41FB-B497-ECA8FE173035}" srcOrd="0" destOrd="0" presId="urn:microsoft.com/office/officeart/2005/8/layout/hierarchy5"/>
    <dgm:cxn modelId="{6FD1780D-81B4-445A-BB0C-FC7865B204E2}" type="presParOf" srcId="{689EC91A-D8E3-4394-994F-C9E8FEB99C01}" destId="{E76ECBD4-C47B-46C6-855D-A4FA34C0988B}" srcOrd="1" destOrd="0" presId="urn:microsoft.com/office/officeart/2005/8/layout/hierarchy5"/>
    <dgm:cxn modelId="{DC34FC96-B056-4460-896B-6DB430C3528E}" type="presParOf" srcId="{E76ECBD4-C47B-46C6-855D-A4FA34C0988B}" destId="{C27142A5-78EC-4866-A7F9-AA44D33D1F75}" srcOrd="0" destOrd="0" presId="urn:microsoft.com/office/officeart/2005/8/layout/hierarchy5"/>
    <dgm:cxn modelId="{778F6893-EC79-47E8-8632-2C05382C6EB8}" type="presParOf" srcId="{E76ECBD4-C47B-46C6-855D-A4FA34C0988B}" destId="{932855B3-FBBB-443B-83FB-DF3D5DF750E0}" srcOrd="1" destOrd="0" presId="urn:microsoft.com/office/officeart/2005/8/layout/hierarchy5"/>
    <dgm:cxn modelId="{7E24FE42-D806-4385-B6A9-E51788E18AE4}" type="presParOf" srcId="{4CFD9B2F-563C-4CEB-A1D3-DFD4BE9BABC7}" destId="{C71868F8-1011-467B-8E6D-8E2990A8D7D5}" srcOrd="2" destOrd="0" presId="urn:microsoft.com/office/officeart/2005/8/layout/hierarchy5"/>
    <dgm:cxn modelId="{E7095097-3494-467F-844C-B5940B9F6B66}" type="presParOf" srcId="{C71868F8-1011-467B-8E6D-8E2990A8D7D5}" destId="{637F84C4-6D70-4CCF-8B19-0852A91FA59B}" srcOrd="0" destOrd="0" presId="urn:microsoft.com/office/officeart/2005/8/layout/hierarchy5"/>
    <dgm:cxn modelId="{BD4D6D74-F941-4EBF-852E-D377EB9B7AFA}" type="presParOf" srcId="{4CFD9B2F-563C-4CEB-A1D3-DFD4BE9BABC7}" destId="{0894C07A-CF34-45E5-B19F-C72AD17D34A3}" srcOrd="3" destOrd="0" presId="urn:microsoft.com/office/officeart/2005/8/layout/hierarchy5"/>
    <dgm:cxn modelId="{05F3CA37-C9C6-421D-8BA4-12F91533595B}" type="presParOf" srcId="{0894C07A-CF34-45E5-B19F-C72AD17D34A3}" destId="{230C7453-0B80-490E-84B5-F7121886665F}" srcOrd="0" destOrd="0" presId="urn:microsoft.com/office/officeart/2005/8/layout/hierarchy5"/>
    <dgm:cxn modelId="{300AB2F0-9E4A-45F3-B756-F7A3DC23550C}" type="presParOf" srcId="{0894C07A-CF34-45E5-B19F-C72AD17D34A3}" destId="{D120B9A1-2CD1-476A-8E8B-526CA9DC874F}" srcOrd="1" destOrd="0" presId="urn:microsoft.com/office/officeart/2005/8/layout/hierarchy5"/>
    <dgm:cxn modelId="{28E0EA2C-9060-4254-9D34-F4C7B8D40DC2}" type="presParOf" srcId="{D120B9A1-2CD1-476A-8E8B-526CA9DC874F}" destId="{7B4E2664-CB26-4A7A-B7DA-6E244EDE73FF}" srcOrd="0" destOrd="0" presId="urn:microsoft.com/office/officeart/2005/8/layout/hierarchy5"/>
    <dgm:cxn modelId="{2C0E102B-B7DF-427F-AFA8-B08DE4489437}" type="presParOf" srcId="{7B4E2664-CB26-4A7A-B7DA-6E244EDE73FF}" destId="{8CC2662A-127A-40DC-A35F-CFA507585F88}" srcOrd="0" destOrd="0" presId="urn:microsoft.com/office/officeart/2005/8/layout/hierarchy5"/>
    <dgm:cxn modelId="{470E74EC-CFCB-4C80-BCD5-49E1D3259849}" type="presParOf" srcId="{D120B9A1-2CD1-476A-8E8B-526CA9DC874F}" destId="{E170FCE3-D905-447D-B236-3A98999824B0}" srcOrd="1" destOrd="0" presId="urn:microsoft.com/office/officeart/2005/8/layout/hierarchy5"/>
    <dgm:cxn modelId="{AA76D87C-B939-4938-B693-0C14E5958CF3}" type="presParOf" srcId="{E170FCE3-D905-447D-B236-3A98999824B0}" destId="{9B1F2FB1-4293-4C13-8C91-B788D4E0D058}" srcOrd="0" destOrd="0" presId="urn:microsoft.com/office/officeart/2005/8/layout/hierarchy5"/>
    <dgm:cxn modelId="{5507FFFF-A13D-4888-B6A7-01A7C771CF7F}" type="presParOf" srcId="{E170FCE3-D905-447D-B236-3A98999824B0}" destId="{73878F98-F9F5-4D37-82B8-2D332FE4D3C3}" srcOrd="1" destOrd="0" presId="urn:microsoft.com/office/officeart/2005/8/layout/hierarchy5"/>
    <dgm:cxn modelId="{AE49F94A-3F0A-49D0-AF84-B0AD4959508C}" type="presParOf" srcId="{4CFD9B2F-563C-4CEB-A1D3-DFD4BE9BABC7}" destId="{AFEFC928-AAA8-4371-93A1-8699D03AC641}" srcOrd="4" destOrd="0" presId="urn:microsoft.com/office/officeart/2005/8/layout/hierarchy5"/>
    <dgm:cxn modelId="{33E3DB09-72FF-499E-80E6-AFF7637EF50E}" type="presParOf" srcId="{AFEFC928-AAA8-4371-93A1-8699D03AC641}" destId="{FD404A81-C0F5-42D8-885F-791D5A2E0549}" srcOrd="0" destOrd="0" presId="urn:microsoft.com/office/officeart/2005/8/layout/hierarchy5"/>
    <dgm:cxn modelId="{9E0928A2-3C52-42A7-946E-D37F9AFD2E5E}" type="presParOf" srcId="{4CFD9B2F-563C-4CEB-A1D3-DFD4BE9BABC7}" destId="{66954AF4-EC91-41BB-B12C-6255B2A6D775}" srcOrd="5" destOrd="0" presId="urn:microsoft.com/office/officeart/2005/8/layout/hierarchy5"/>
    <dgm:cxn modelId="{A1A5C940-6A60-43F7-809A-E0645B70CF36}" type="presParOf" srcId="{66954AF4-EC91-41BB-B12C-6255B2A6D775}" destId="{1B8890E1-6090-4FB6-A0AE-AEDAA0694242}" srcOrd="0" destOrd="0" presId="urn:microsoft.com/office/officeart/2005/8/layout/hierarchy5"/>
    <dgm:cxn modelId="{7621CBF8-7612-48EC-96F5-DF2F4FC24CF1}" type="presParOf" srcId="{66954AF4-EC91-41BB-B12C-6255B2A6D775}" destId="{B716A1E7-87AD-4FF2-BCB3-14F78B1C256F}" srcOrd="1" destOrd="0" presId="urn:microsoft.com/office/officeart/2005/8/layout/hierarchy5"/>
    <dgm:cxn modelId="{202EBAE0-F66A-40C0-B993-19C58CCB6532}" type="presParOf" srcId="{B716A1E7-87AD-4FF2-BCB3-14F78B1C256F}" destId="{C8B532D9-F2A8-4866-BAF1-319D96442994}" srcOrd="0" destOrd="0" presId="urn:microsoft.com/office/officeart/2005/8/layout/hierarchy5"/>
    <dgm:cxn modelId="{D963365B-BC15-452F-9E8D-E69526999DA7}" type="presParOf" srcId="{C8B532D9-F2A8-4866-BAF1-319D96442994}" destId="{45F19D76-6D20-41BF-B5E7-B447F27F1189}" srcOrd="0" destOrd="0" presId="urn:microsoft.com/office/officeart/2005/8/layout/hierarchy5"/>
    <dgm:cxn modelId="{D6CBDF10-E37B-493C-8E97-3E9A59708F74}" type="presParOf" srcId="{B716A1E7-87AD-4FF2-BCB3-14F78B1C256F}" destId="{52301312-EEB6-4100-9881-841DFFC8D23A}" srcOrd="1" destOrd="0" presId="urn:microsoft.com/office/officeart/2005/8/layout/hierarchy5"/>
    <dgm:cxn modelId="{AEAC0830-35BD-4E72-BA77-5BEBBA6609A6}" type="presParOf" srcId="{52301312-EEB6-4100-9881-841DFFC8D23A}" destId="{97B86EB4-6921-4582-AB1C-211E9EAD6B0B}" srcOrd="0" destOrd="0" presId="urn:microsoft.com/office/officeart/2005/8/layout/hierarchy5"/>
    <dgm:cxn modelId="{001D6CCE-4B6A-4CE1-AE61-56F707CE6981}" type="presParOf" srcId="{52301312-EEB6-4100-9881-841DFFC8D23A}" destId="{9721A388-202F-4748-885E-38912C3394A4}" srcOrd="1" destOrd="0" presId="urn:microsoft.com/office/officeart/2005/8/layout/hierarchy5"/>
    <dgm:cxn modelId="{9BFCE45B-92F4-4CEC-BEA8-E11292F21C76}" type="presParOf" srcId="{E11C5C42-2A95-49B9-9248-C76940C2273B}" destId="{1A4D447B-AEEF-4ABC-97A5-63B70BE013E8}" srcOrd="1" destOrd="0" presId="urn:microsoft.com/office/officeart/2005/8/layout/hierarchy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6096000" cy="1219200"/>
        </a:xfrm>
        <a:prstGeom prst="roundRect">
          <a:avLst>
            <a:gd name="adj" fmla="val 8500"/>
          </a:avLst>
        </a:prstGeom>
        <a:solidFill>
          <a:schemeClr val="bg1">
            <a:alpha val="1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752687" numCol="1" spcCol="1270" anchor="t" anchorCtr="0">
          <a:noAutofit/>
        </a:bodyPr>
        <a:lstStyle/>
        <a:p>
          <a:pPr lvl="0" algn="l" defTabSz="622300">
            <a:lnSpc>
              <a:spcPct val="90000"/>
            </a:lnSpc>
            <a:spcBef>
              <a:spcPct val="0"/>
            </a:spcBef>
            <a:spcAft>
              <a:spcPct val="35000"/>
            </a:spcAft>
          </a:pPr>
          <a:r>
            <a:rPr lang="en-US" sz="1400" kern="1200" dirty="0" smtClean="0">
              <a:latin typeface="Courier New" panose="02070309020205020404" pitchFamily="49" charset="0"/>
              <a:cs typeface="Courier New" panose="02070309020205020404" pitchFamily="49" charset="0"/>
            </a:rPr>
            <a:t>String</a:t>
          </a:r>
          <a:endParaRPr lang="en-US" sz="1400" kern="1200" dirty="0">
            <a:latin typeface="Courier New" panose="02070309020205020404" pitchFamily="49" charset="0"/>
            <a:cs typeface="Courier New" panose="02070309020205020404" pitchFamily="49" charset="0"/>
          </a:endParaRPr>
        </a:p>
      </dsp:txBody>
      <dsp:txXfrm>
        <a:off x="30353" y="30353"/>
        <a:ext cx="6035294" cy="1158494"/>
      </dsp:txXfrm>
    </dsp:sp>
    <dsp:sp modelId="{013182B1-9C81-4298-AEC6-B3740D48A41B}">
      <dsp:nvSpPr>
        <dsp:cNvPr id="0" name=""/>
        <dsp:cNvSpPr/>
      </dsp:nvSpPr>
      <dsp:spPr>
        <a:xfrm>
          <a:off x="152400" y="548640"/>
          <a:ext cx="1908720" cy="548640"/>
        </a:xfrm>
        <a:prstGeom prst="roundRect">
          <a:avLst>
            <a:gd name="adj" fmla="val 10500"/>
          </a:avLst>
        </a:prstGeom>
        <a:solidFill>
          <a:schemeClr val="accent1">
            <a:lumMod val="75000"/>
            <a:alpha val="39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Char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char(50) string(0-255)</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169273" y="565513"/>
        <a:ext cx="1874974" cy="514894"/>
      </dsp:txXfrm>
    </dsp:sp>
    <dsp:sp modelId="{9594F899-2E17-4122-81EC-9FC1A26450BF}">
      <dsp:nvSpPr>
        <dsp:cNvPr id="0" name=""/>
        <dsp:cNvSpPr/>
      </dsp:nvSpPr>
      <dsp:spPr>
        <a:xfrm>
          <a:off x="2091258" y="548640"/>
          <a:ext cx="1908720" cy="548640"/>
        </a:xfrm>
        <a:prstGeom prst="roundRect">
          <a:avLst>
            <a:gd name="adj" fmla="val 10500"/>
          </a:avLst>
        </a:prstGeom>
        <a:solidFill>
          <a:schemeClr val="accent1">
            <a:lumMod val="75000"/>
            <a:alpha val="39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Varchar varchar(50) string(0-255)</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2108131" y="565513"/>
        <a:ext cx="1874974" cy="514894"/>
      </dsp:txXfrm>
    </dsp:sp>
    <dsp:sp modelId="{35C99A7C-85AC-4868-AAE9-EDF5C0452DA6}">
      <dsp:nvSpPr>
        <dsp:cNvPr id="0" name=""/>
        <dsp:cNvSpPr/>
      </dsp:nvSpPr>
      <dsp:spPr>
        <a:xfrm>
          <a:off x="4030116" y="548640"/>
          <a:ext cx="1908720" cy="548640"/>
        </a:xfrm>
        <a:prstGeom prst="roundRect">
          <a:avLst>
            <a:gd name="adj" fmla="val 10500"/>
          </a:avLst>
        </a:prstGeom>
        <a:solidFill>
          <a:schemeClr val="accent1">
            <a:lumMod val="75000"/>
            <a:alpha val="39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BLOB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BLOB(1000) string(0-65535)</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4046989" y="565513"/>
        <a:ext cx="1874974" cy="5148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11267439" cy="1536700"/>
        </a:xfrm>
        <a:prstGeom prst="roundRect">
          <a:avLst>
            <a:gd name="adj" fmla="val 8500"/>
          </a:avLst>
        </a:prstGeom>
        <a:solidFill>
          <a:schemeClr val="bg1">
            <a:alpha val="26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948699"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Integer</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38257" y="38257"/>
        <a:ext cx="11190925" cy="1460186"/>
      </dsp:txXfrm>
    </dsp:sp>
    <dsp:sp modelId="{87D293BE-8ACD-474E-A9D3-192CF07D03E8}">
      <dsp:nvSpPr>
        <dsp:cNvPr id="0" name=""/>
        <dsp:cNvSpPr/>
      </dsp:nvSpPr>
      <dsp:spPr>
        <a:xfrm>
          <a:off x="281686" y="617854"/>
          <a:ext cx="2297088" cy="838835"/>
        </a:xfrm>
        <a:prstGeom prst="roundRect">
          <a:avLst>
            <a:gd name="adj" fmla="val 10500"/>
          </a:avLst>
        </a:prstGeom>
        <a:solidFill>
          <a:schemeClr val="accent1">
            <a:lumMod val="75000"/>
            <a:alpha val="4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INT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-2,147,483,648 to 2,147,483,647 </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307483" y="643651"/>
        <a:ext cx="2245494" cy="787241"/>
      </dsp:txXfrm>
    </dsp:sp>
    <dsp:sp modelId="{3D0516CA-72C4-40AB-A699-F5A781F5D5CE}">
      <dsp:nvSpPr>
        <dsp:cNvPr id="0" name=""/>
        <dsp:cNvSpPr/>
      </dsp:nvSpPr>
      <dsp:spPr>
        <a:xfrm>
          <a:off x="2615044" y="617854"/>
          <a:ext cx="2297088" cy="838835"/>
        </a:xfrm>
        <a:prstGeom prst="roundRect">
          <a:avLst>
            <a:gd name="adj" fmla="val 10500"/>
          </a:avLst>
        </a:prstGeom>
        <a:solidFill>
          <a:schemeClr val="accent1">
            <a:lumMod val="75000"/>
            <a:alpha val="4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TINYINT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-128 to 127</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2640841" y="643651"/>
        <a:ext cx="2245494" cy="787241"/>
      </dsp:txXfrm>
    </dsp:sp>
    <dsp:sp modelId="{C78C4A6B-0C9E-4327-A00C-E18F84817D13}">
      <dsp:nvSpPr>
        <dsp:cNvPr id="0" name=""/>
        <dsp:cNvSpPr/>
      </dsp:nvSpPr>
      <dsp:spPr>
        <a:xfrm>
          <a:off x="4947456" y="658495"/>
          <a:ext cx="2297088" cy="752478"/>
        </a:xfrm>
        <a:prstGeom prst="roundRect">
          <a:avLst>
            <a:gd name="adj" fmla="val 10500"/>
          </a:avLst>
        </a:prstGeom>
        <a:solidFill>
          <a:schemeClr val="accent1">
            <a:lumMod val="75000"/>
            <a:alpha val="4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solidFill>
                <a:schemeClr val="tx1"/>
              </a:solidFill>
              <a:latin typeface="Courier New" panose="02070309020205020404" pitchFamily="49" charset="0"/>
              <a:cs typeface="Courier New" panose="02070309020205020404" pitchFamily="49" charset="0"/>
            </a:rPr>
            <a:t>BIT </a:t>
          </a:r>
        </a:p>
        <a:p>
          <a:pPr lvl="0" algn="l" defTabSz="622300">
            <a:lnSpc>
              <a:spcPct val="90000"/>
            </a:lnSpc>
            <a:spcBef>
              <a:spcPct val="0"/>
            </a:spcBef>
            <a:spcAft>
              <a:spcPct val="35000"/>
            </a:spcAft>
          </a:pPr>
          <a:r>
            <a:rPr lang="en-US" sz="1400" b="0" kern="1200" dirty="0" smtClean="0">
              <a:solidFill>
                <a:schemeClr val="tx1"/>
              </a:solidFill>
              <a:latin typeface="Courier New" panose="02070309020205020404" pitchFamily="49" charset="0"/>
              <a:cs typeface="Courier New" panose="02070309020205020404" pitchFamily="49" charset="0"/>
            </a:rPr>
            <a:t>1 to 64 </a:t>
          </a:r>
        </a:p>
        <a:p>
          <a:pPr lvl="0" algn="l" defTabSz="622300">
            <a:lnSpc>
              <a:spcPct val="90000"/>
            </a:lnSpc>
            <a:spcBef>
              <a:spcPct val="0"/>
            </a:spcBef>
            <a:spcAft>
              <a:spcPct val="35000"/>
            </a:spcAft>
          </a:pPr>
          <a:r>
            <a:rPr lang="en-US" sz="1400" b="0" kern="1200" dirty="0" smtClean="0">
              <a:solidFill>
                <a:schemeClr val="tx1"/>
              </a:solidFill>
              <a:latin typeface="Courier New" panose="02070309020205020404" pitchFamily="49" charset="0"/>
              <a:cs typeface="Courier New" panose="02070309020205020404" pitchFamily="49" charset="0"/>
            </a:rPr>
            <a:t>BIT(2)</a:t>
          </a:r>
          <a:endParaRPr lang="en-US" sz="1400" b="0" kern="1200" dirty="0">
            <a:solidFill>
              <a:schemeClr val="tx1"/>
            </a:solidFill>
            <a:latin typeface="Courier New" panose="02070309020205020404" pitchFamily="49" charset="0"/>
            <a:cs typeface="Courier New" panose="02070309020205020404" pitchFamily="49" charset="0"/>
          </a:endParaRPr>
        </a:p>
      </dsp:txBody>
      <dsp:txXfrm>
        <a:off x="4970597" y="681636"/>
        <a:ext cx="2250806" cy="706196"/>
      </dsp:txXfrm>
    </dsp:sp>
    <dsp:sp modelId="{11CEC13A-EA44-462B-8992-080D24573DEC}">
      <dsp:nvSpPr>
        <dsp:cNvPr id="0" name=""/>
        <dsp:cNvSpPr/>
      </dsp:nvSpPr>
      <dsp:spPr>
        <a:xfrm>
          <a:off x="7281761" y="617854"/>
          <a:ext cx="3703780" cy="838835"/>
        </a:xfrm>
        <a:prstGeom prst="roundRect">
          <a:avLst>
            <a:gd name="adj" fmla="val 10500"/>
          </a:avLst>
        </a:prstGeom>
        <a:solidFill>
          <a:schemeClr val="accent1">
            <a:lumMod val="75000"/>
            <a:alpha val="4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BIGINT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-9,223,372,036,854,775,808 to        9,223,372,036,854,775,807</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7307558" y="643651"/>
        <a:ext cx="3652186" cy="7872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4886960" cy="1219200"/>
        </a:xfrm>
        <a:prstGeom prst="roundRect">
          <a:avLst>
            <a:gd name="adj" fmla="val 8500"/>
          </a:avLst>
        </a:prstGeom>
        <a:solidFill>
          <a:schemeClr val="bg1">
            <a:alpha val="1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752687" numCol="1" spcCol="1270" anchor="t" anchorCtr="0">
          <a:noAutofit/>
        </a:bodyPr>
        <a:lstStyle/>
        <a:p>
          <a:pPr lvl="0" algn="l" defTabSz="622300">
            <a:lnSpc>
              <a:spcPct val="90000"/>
            </a:lnSpc>
            <a:spcBef>
              <a:spcPct val="0"/>
            </a:spcBef>
            <a:spcAft>
              <a:spcPct val="35000"/>
            </a:spcAft>
          </a:pPr>
          <a:r>
            <a:rPr lang="en-US" sz="1400" kern="1200" dirty="0" smtClean="0">
              <a:latin typeface="Courier New" panose="02070309020205020404" pitchFamily="49" charset="0"/>
              <a:cs typeface="Courier New" panose="02070309020205020404" pitchFamily="49" charset="0"/>
            </a:rPr>
            <a:t>Decimal (Integer)</a:t>
          </a:r>
          <a:endParaRPr lang="en-US" sz="1400" kern="1200" dirty="0">
            <a:latin typeface="Courier New" panose="02070309020205020404" pitchFamily="49" charset="0"/>
            <a:cs typeface="Courier New" panose="02070309020205020404" pitchFamily="49" charset="0"/>
          </a:endParaRPr>
        </a:p>
      </dsp:txBody>
      <dsp:txXfrm>
        <a:off x="30353" y="30353"/>
        <a:ext cx="4826254" cy="1158494"/>
      </dsp:txXfrm>
    </dsp:sp>
    <dsp:sp modelId="{3853CCF2-AD59-4D41-9CBF-7B7EE574FA25}">
      <dsp:nvSpPr>
        <dsp:cNvPr id="0" name=""/>
        <dsp:cNvSpPr/>
      </dsp:nvSpPr>
      <dsp:spPr>
        <a:xfrm>
          <a:off x="122174" y="548640"/>
          <a:ext cx="2300903" cy="548640"/>
        </a:xfrm>
        <a:prstGeom prst="roundRect">
          <a:avLst>
            <a:gd name="adj" fmla="val 10500"/>
          </a:avLst>
        </a:prstGeom>
        <a:solidFill>
          <a:schemeClr val="bg2">
            <a:alpha val="37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FLOAT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23 digits</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139047" y="565513"/>
        <a:ext cx="2267157" cy="514894"/>
      </dsp:txXfrm>
    </dsp:sp>
    <dsp:sp modelId="{BAD0A6EF-E363-45DF-9EC8-3C61E2A3DB01}">
      <dsp:nvSpPr>
        <dsp:cNvPr id="0" name=""/>
        <dsp:cNvSpPr/>
      </dsp:nvSpPr>
      <dsp:spPr>
        <a:xfrm>
          <a:off x="2459407" y="548640"/>
          <a:ext cx="2300903" cy="548640"/>
        </a:xfrm>
        <a:prstGeom prst="roundRect">
          <a:avLst>
            <a:gd name="adj" fmla="val 10500"/>
          </a:avLst>
        </a:prstGeom>
        <a:solidFill>
          <a:schemeClr val="bg2">
            <a:alpha val="37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Double </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(24 to 53 digits)</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2476280" y="565513"/>
        <a:ext cx="2267157" cy="5148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3423920" cy="1564640"/>
        </a:xfrm>
        <a:prstGeom prst="roundRect">
          <a:avLst>
            <a:gd name="adj" fmla="val 8500"/>
          </a:avLst>
        </a:prstGeom>
        <a:solidFill>
          <a:schemeClr val="bg2">
            <a:alpha val="34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965948" numCol="1" spcCol="1270" anchor="t" anchorCtr="0">
          <a:noAutofit/>
        </a:bodyPr>
        <a:lstStyle/>
        <a:p>
          <a:pPr lvl="0" algn="l" defTabSz="622300">
            <a:lnSpc>
              <a:spcPct val="90000"/>
            </a:lnSpc>
            <a:spcBef>
              <a:spcPct val="0"/>
            </a:spcBef>
            <a:spcAft>
              <a:spcPct val="35000"/>
            </a:spcAft>
          </a:pPr>
          <a:r>
            <a:rPr lang="en-US" sz="1400" b="1" kern="1200" dirty="0" smtClean="0">
              <a:latin typeface="Courier New" panose="02070309020205020404" pitchFamily="49" charset="0"/>
              <a:cs typeface="Courier New" panose="02070309020205020404" pitchFamily="49" charset="0"/>
            </a:rPr>
            <a:t>Time</a:t>
          </a:r>
          <a:endParaRPr lang="en-US" sz="1400" b="1" kern="1200" dirty="0">
            <a:latin typeface="Courier New" panose="02070309020205020404" pitchFamily="49" charset="0"/>
            <a:cs typeface="Courier New" panose="02070309020205020404" pitchFamily="49" charset="0"/>
          </a:endParaRPr>
        </a:p>
      </dsp:txBody>
      <dsp:txXfrm>
        <a:off x="38953" y="38953"/>
        <a:ext cx="3346014" cy="1486734"/>
      </dsp:txXfrm>
    </dsp:sp>
    <dsp:sp modelId="{018BFB6B-4146-471B-8276-22483747309E}">
      <dsp:nvSpPr>
        <dsp:cNvPr id="0" name=""/>
        <dsp:cNvSpPr/>
      </dsp:nvSpPr>
      <dsp:spPr>
        <a:xfrm>
          <a:off x="85598" y="704088"/>
          <a:ext cx="3252724" cy="704088"/>
        </a:xfrm>
        <a:prstGeom prst="roundRect">
          <a:avLst>
            <a:gd name="adj" fmla="val 10500"/>
          </a:avLst>
        </a:prstGeom>
        <a:solidFill>
          <a:schemeClr val="accent1">
            <a:lumMod val="75000"/>
            <a:alpha val="26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TIME</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 HH:MM:SS</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-838:59:59 to 838:59:59</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107251" y="725741"/>
        <a:ext cx="3209418" cy="6607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5791200" cy="1666240"/>
        </a:xfrm>
        <a:prstGeom prst="roundRect">
          <a:avLst>
            <a:gd name="adj" fmla="val 8500"/>
          </a:avLst>
        </a:prstGeom>
        <a:solidFill>
          <a:schemeClr val="bg2">
            <a:alpha val="28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1028672" numCol="1" spcCol="1270" anchor="t" anchorCtr="0">
          <a:noAutofit/>
        </a:bodyPr>
        <a:lstStyle/>
        <a:p>
          <a:pPr lvl="0" algn="l" defTabSz="622300">
            <a:lnSpc>
              <a:spcPct val="90000"/>
            </a:lnSpc>
            <a:spcBef>
              <a:spcPct val="0"/>
            </a:spcBef>
            <a:spcAft>
              <a:spcPct val="35000"/>
            </a:spcAft>
          </a:pPr>
          <a:r>
            <a:rPr lang="en-US" sz="1400" kern="1200" dirty="0" smtClean="0">
              <a:latin typeface="Courier New" panose="02070309020205020404" pitchFamily="49" charset="0"/>
              <a:cs typeface="Courier New" panose="02070309020205020404" pitchFamily="49" charset="0"/>
            </a:rPr>
            <a:t>Date</a:t>
          </a:r>
          <a:endParaRPr lang="en-US" sz="1400" kern="1200" dirty="0">
            <a:latin typeface="Courier New" panose="02070309020205020404" pitchFamily="49" charset="0"/>
            <a:cs typeface="Courier New" panose="02070309020205020404" pitchFamily="49" charset="0"/>
          </a:endParaRPr>
        </a:p>
      </dsp:txBody>
      <dsp:txXfrm>
        <a:off x="41482" y="41482"/>
        <a:ext cx="5708236" cy="1583276"/>
      </dsp:txXfrm>
    </dsp:sp>
    <dsp:sp modelId="{3853CCF2-AD59-4D41-9CBF-7B7EE574FA25}">
      <dsp:nvSpPr>
        <dsp:cNvPr id="0" name=""/>
        <dsp:cNvSpPr/>
      </dsp:nvSpPr>
      <dsp:spPr>
        <a:xfrm>
          <a:off x="55402" y="536442"/>
          <a:ext cx="2726642" cy="749808"/>
        </a:xfrm>
        <a:prstGeom prst="roundRect">
          <a:avLst>
            <a:gd name="adj" fmla="val 10500"/>
          </a:avLst>
        </a:prstGeom>
        <a:solidFill>
          <a:schemeClr val="accent1">
            <a:lumMod val="75000"/>
            <a:alpha val="3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DATE</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YYYY-MM-DD</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1000-01-01 to 9999-12-31</a:t>
          </a:r>
        </a:p>
      </dsp:txBody>
      <dsp:txXfrm>
        <a:off x="78461" y="559501"/>
        <a:ext cx="2680524" cy="703690"/>
      </dsp:txXfrm>
    </dsp:sp>
    <dsp:sp modelId="{BAD0A6EF-E363-45DF-9EC8-3C61E2A3DB01}">
      <dsp:nvSpPr>
        <dsp:cNvPr id="0" name=""/>
        <dsp:cNvSpPr/>
      </dsp:nvSpPr>
      <dsp:spPr>
        <a:xfrm>
          <a:off x="2837857" y="505962"/>
          <a:ext cx="2726642" cy="749808"/>
        </a:xfrm>
        <a:prstGeom prst="roundRect">
          <a:avLst>
            <a:gd name="adj" fmla="val 10500"/>
          </a:avLst>
        </a:prstGeom>
        <a:solidFill>
          <a:schemeClr val="accent1">
            <a:lumMod val="75000"/>
            <a:alpha val="33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Year</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4 digit</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From 1901 to 2155</a:t>
          </a:r>
        </a:p>
      </dsp:txBody>
      <dsp:txXfrm>
        <a:off x="2860916" y="529021"/>
        <a:ext cx="2680524" cy="7036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2A11A-2C6E-41C6-924A-6CA0C2C42EA2}">
      <dsp:nvSpPr>
        <dsp:cNvPr id="0" name=""/>
        <dsp:cNvSpPr/>
      </dsp:nvSpPr>
      <dsp:spPr>
        <a:xfrm>
          <a:off x="0" y="0"/>
          <a:ext cx="5679440" cy="1666240"/>
        </a:xfrm>
        <a:prstGeom prst="roundRect">
          <a:avLst>
            <a:gd name="adj" fmla="val 8500"/>
          </a:avLst>
        </a:prstGeom>
        <a:solidFill>
          <a:schemeClr val="bg1">
            <a:alpha val="13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1028672" numCol="1" spcCol="1270" anchor="t" anchorCtr="0">
          <a:noAutofit/>
        </a:bodyPr>
        <a:lstStyle/>
        <a:p>
          <a:pPr lvl="0" algn="l" defTabSz="622300">
            <a:lnSpc>
              <a:spcPct val="90000"/>
            </a:lnSpc>
            <a:spcBef>
              <a:spcPct val="0"/>
            </a:spcBef>
            <a:spcAft>
              <a:spcPct val="35000"/>
            </a:spcAft>
          </a:pPr>
          <a:r>
            <a:rPr lang="en-US" sz="1400" kern="1200" dirty="0" smtClean="0">
              <a:latin typeface="Courier New" panose="02070309020205020404" pitchFamily="49" charset="0"/>
              <a:cs typeface="Courier New" panose="02070309020205020404" pitchFamily="49" charset="0"/>
            </a:rPr>
            <a:t>Date Time</a:t>
          </a:r>
          <a:endParaRPr lang="en-US" sz="1400" kern="1200" dirty="0">
            <a:latin typeface="Courier New" panose="02070309020205020404" pitchFamily="49" charset="0"/>
            <a:cs typeface="Courier New" panose="02070309020205020404" pitchFamily="49" charset="0"/>
          </a:endParaRPr>
        </a:p>
      </dsp:txBody>
      <dsp:txXfrm>
        <a:off x="41482" y="41482"/>
        <a:ext cx="5596476" cy="1583276"/>
      </dsp:txXfrm>
    </dsp:sp>
    <dsp:sp modelId="{018BFB6B-4146-471B-8276-22483747309E}">
      <dsp:nvSpPr>
        <dsp:cNvPr id="0" name=""/>
        <dsp:cNvSpPr/>
      </dsp:nvSpPr>
      <dsp:spPr>
        <a:xfrm>
          <a:off x="172719" y="686818"/>
          <a:ext cx="2674023" cy="979421"/>
        </a:xfrm>
        <a:prstGeom prst="roundRect">
          <a:avLst>
            <a:gd name="adj" fmla="val 10500"/>
          </a:avLst>
        </a:prstGeom>
        <a:solidFill>
          <a:schemeClr val="accent1">
            <a:lumMod val="75000"/>
            <a:alpha val="26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TIME</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 HH:MM:SS</a:t>
          </a:r>
        </a:p>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-838:59:59 to 838:59:59</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202840" y="716939"/>
        <a:ext cx="2613781" cy="919179"/>
      </dsp:txXfrm>
    </dsp:sp>
    <dsp:sp modelId="{81D3C750-0478-49CC-B5A8-1AC998E2D77B}">
      <dsp:nvSpPr>
        <dsp:cNvPr id="0" name=""/>
        <dsp:cNvSpPr/>
      </dsp:nvSpPr>
      <dsp:spPr>
        <a:xfrm>
          <a:off x="2888964" y="686818"/>
          <a:ext cx="2674023" cy="979421"/>
        </a:xfrm>
        <a:prstGeom prst="roundRect">
          <a:avLst>
            <a:gd name="adj" fmla="val 10500"/>
          </a:avLst>
        </a:prstGeom>
        <a:solidFill>
          <a:schemeClr val="accent1">
            <a:lumMod val="75000"/>
            <a:alpha val="26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latin typeface="Courier New" panose="02070309020205020404" pitchFamily="49" charset="0"/>
              <a:cs typeface="Courier New" panose="02070309020205020404" pitchFamily="49" charset="0"/>
            </a:rPr>
            <a:t>DATETIME</a:t>
          </a:r>
          <a:endParaRPr lang="en-US" sz="1400" kern="1200" dirty="0">
            <a:solidFill>
              <a:schemeClr val="tx1"/>
            </a:solidFill>
            <a:latin typeface="Courier New" panose="02070309020205020404" pitchFamily="49" charset="0"/>
            <a:cs typeface="Courier New" panose="02070309020205020404" pitchFamily="49" charset="0"/>
          </a:endParaRPr>
        </a:p>
        <a:p>
          <a:pPr marL="114300" lvl="1" indent="-114300" algn="l" defTabSz="622300">
            <a:lnSpc>
              <a:spcPct val="90000"/>
            </a:lnSpc>
            <a:spcBef>
              <a:spcPct val="0"/>
            </a:spcBef>
            <a:spcAft>
              <a:spcPct val="15000"/>
            </a:spcAft>
            <a:buChar char="••"/>
          </a:pPr>
          <a:r>
            <a:rPr lang="en-US" sz="1400" kern="1200" dirty="0" smtClean="0">
              <a:solidFill>
                <a:schemeClr val="tx1"/>
              </a:solidFill>
              <a:latin typeface="Courier New" panose="02070309020205020404" pitchFamily="49" charset="0"/>
              <a:cs typeface="Courier New" panose="02070309020205020404" pitchFamily="49" charset="0"/>
            </a:rPr>
            <a:t>YYYY-MM-DD HH:MM:SS</a:t>
          </a:r>
          <a:endParaRPr lang="en-US" sz="1400" kern="1200" dirty="0">
            <a:solidFill>
              <a:schemeClr val="tx1"/>
            </a:solidFill>
            <a:latin typeface="Courier New" panose="02070309020205020404" pitchFamily="49" charset="0"/>
            <a:cs typeface="Courier New" panose="02070309020205020404" pitchFamily="49" charset="0"/>
          </a:endParaRPr>
        </a:p>
        <a:p>
          <a:pPr marL="114300" lvl="1" indent="-114300" algn="l" defTabSz="622300">
            <a:lnSpc>
              <a:spcPct val="90000"/>
            </a:lnSpc>
            <a:spcBef>
              <a:spcPct val="0"/>
            </a:spcBef>
            <a:spcAft>
              <a:spcPct val="15000"/>
            </a:spcAft>
            <a:buChar char="••"/>
          </a:pPr>
          <a:r>
            <a:rPr lang="en-US" sz="1400" kern="1200" dirty="0" smtClean="0">
              <a:solidFill>
                <a:schemeClr val="tx1"/>
              </a:solidFill>
              <a:latin typeface="Courier New" panose="02070309020205020404" pitchFamily="49" charset="0"/>
              <a:cs typeface="Courier New" panose="02070309020205020404" pitchFamily="49" charset="0"/>
            </a:rPr>
            <a:t>1000-01-01 00:00:00 to 9999-12-31 23:59:59</a:t>
          </a:r>
          <a:endParaRPr lang="en-US" sz="1400" kern="1200" dirty="0">
            <a:solidFill>
              <a:schemeClr val="tx1"/>
            </a:solidFill>
            <a:latin typeface="Courier New" panose="02070309020205020404" pitchFamily="49" charset="0"/>
            <a:cs typeface="Courier New" panose="02070309020205020404" pitchFamily="49" charset="0"/>
          </a:endParaRPr>
        </a:p>
      </dsp:txBody>
      <dsp:txXfrm>
        <a:off x="2919085" y="716939"/>
        <a:ext cx="2613781" cy="9191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900EE-7B07-4D1C-BD56-4B79636F3F53}">
      <dsp:nvSpPr>
        <dsp:cNvPr id="0" name=""/>
        <dsp:cNvSpPr/>
      </dsp:nvSpPr>
      <dsp:spPr>
        <a:xfrm>
          <a:off x="4183" y="176064"/>
          <a:ext cx="815454" cy="407727"/>
        </a:xfrm>
        <a:prstGeom prst="roundRect">
          <a:avLst>
            <a:gd name="adj" fmla="val 10000"/>
          </a:avLst>
        </a:prstGeom>
        <a:solidFill>
          <a:schemeClr val="accent1">
            <a:hueOff val="0"/>
            <a:satOff val="0"/>
            <a:lumOff val="0"/>
            <a:alpha val="3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smtClean="0">
              <a:latin typeface="Candara" panose="020E0502030303020204" pitchFamily="34" charset="0"/>
            </a:rPr>
            <a:t>DQL</a:t>
          </a:r>
          <a:endParaRPr lang="en-US" sz="1400" kern="1200" dirty="0">
            <a:latin typeface="Candara" panose="020E0502030303020204" pitchFamily="34" charset="0"/>
          </a:endParaRPr>
        </a:p>
      </dsp:txBody>
      <dsp:txXfrm>
        <a:off x="16125" y="188006"/>
        <a:ext cx="791570" cy="383843"/>
      </dsp:txXfrm>
    </dsp:sp>
    <dsp:sp modelId="{91551773-6171-4992-B489-C93AA5572E6A}">
      <dsp:nvSpPr>
        <dsp:cNvPr id="0" name=""/>
        <dsp:cNvSpPr/>
      </dsp:nvSpPr>
      <dsp:spPr>
        <a:xfrm>
          <a:off x="819638" y="331635"/>
          <a:ext cx="326181" cy="96585"/>
        </a:xfrm>
        <a:custGeom>
          <a:avLst/>
          <a:gdLst/>
          <a:ahLst/>
          <a:cxnLst/>
          <a:rect l="0" t="0" r="0" b="0"/>
          <a:pathLst>
            <a:path>
              <a:moveTo>
                <a:pt x="0" y="48292"/>
              </a:moveTo>
              <a:lnTo>
                <a:pt x="326181" y="482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974574" y="371773"/>
        <a:ext cx="16309" cy="16309"/>
      </dsp:txXfrm>
    </dsp:sp>
    <dsp:sp modelId="{474F38FF-1D6D-4A45-A4EA-C3E5C01483D6}">
      <dsp:nvSpPr>
        <dsp:cNvPr id="0" name=""/>
        <dsp:cNvSpPr/>
      </dsp:nvSpPr>
      <dsp:spPr>
        <a:xfrm>
          <a:off x="1145819" y="176064"/>
          <a:ext cx="815454" cy="407727"/>
        </a:xfrm>
        <a:prstGeom prst="roundRect">
          <a:avLst>
            <a:gd name="adj" fmla="val 10000"/>
          </a:avLst>
        </a:prstGeom>
        <a:solidFill>
          <a:schemeClr val="accent1">
            <a:hueOff val="0"/>
            <a:satOff val="0"/>
            <a:lumOff val="0"/>
            <a:alpha val="3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dirty="0" smtClean="0">
              <a:latin typeface="Candara" panose="020E0502030303020204" pitchFamily="34" charset="0"/>
            </a:rPr>
            <a:t>SELECT </a:t>
          </a:r>
          <a:endParaRPr lang="en-US" sz="1400" kern="1200" dirty="0">
            <a:latin typeface="Candara" panose="020E0502030303020204" pitchFamily="34" charset="0"/>
          </a:endParaRPr>
        </a:p>
      </dsp:txBody>
      <dsp:txXfrm>
        <a:off x="1157761" y="188006"/>
        <a:ext cx="791570" cy="383843"/>
      </dsp:txXfrm>
    </dsp:sp>
    <dsp:sp modelId="{2EB36F24-12BE-4A0B-8D32-B0C5DDA2CD93}">
      <dsp:nvSpPr>
        <dsp:cNvPr id="0" name=""/>
        <dsp:cNvSpPr/>
      </dsp:nvSpPr>
      <dsp:spPr>
        <a:xfrm>
          <a:off x="1961274" y="331635"/>
          <a:ext cx="326181" cy="96585"/>
        </a:xfrm>
        <a:custGeom>
          <a:avLst/>
          <a:gdLst/>
          <a:ahLst/>
          <a:cxnLst/>
          <a:rect l="0" t="0" r="0" b="0"/>
          <a:pathLst>
            <a:path>
              <a:moveTo>
                <a:pt x="0" y="48292"/>
              </a:moveTo>
              <a:lnTo>
                <a:pt x="326181" y="4829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116210" y="371773"/>
        <a:ext cx="16309" cy="16309"/>
      </dsp:txXfrm>
    </dsp:sp>
    <dsp:sp modelId="{443BAD9A-A555-4CDD-931F-32E60D24201F}">
      <dsp:nvSpPr>
        <dsp:cNvPr id="0" name=""/>
        <dsp:cNvSpPr/>
      </dsp:nvSpPr>
      <dsp:spPr>
        <a:xfrm>
          <a:off x="2287455" y="176064"/>
          <a:ext cx="815454" cy="407727"/>
        </a:xfrm>
        <a:prstGeom prst="roundRect">
          <a:avLst>
            <a:gd name="adj" fmla="val 10000"/>
          </a:avLst>
        </a:prstGeom>
        <a:solidFill>
          <a:schemeClr val="accent1">
            <a:hueOff val="0"/>
            <a:satOff val="0"/>
            <a:lumOff val="0"/>
            <a:alpha val="3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dirty="0" smtClean="0"/>
            <a:t>Retrieves data</a:t>
          </a:r>
          <a:endParaRPr lang="en-US" sz="1400" kern="1200" dirty="0">
            <a:latin typeface="Candara" panose="020E0502030303020204" pitchFamily="34" charset="0"/>
          </a:endParaRPr>
        </a:p>
      </dsp:txBody>
      <dsp:txXfrm>
        <a:off x="2299397" y="188006"/>
        <a:ext cx="791570" cy="3838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4083E-F76C-4377-96D5-5DB4500E31CB}">
      <dsp:nvSpPr>
        <dsp:cNvPr id="0" name=""/>
        <dsp:cNvSpPr/>
      </dsp:nvSpPr>
      <dsp:spPr>
        <a:xfrm>
          <a:off x="337" y="737840"/>
          <a:ext cx="665955"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latin typeface="Candara" panose="020E0502030303020204" pitchFamily="34" charset="0"/>
            </a:rPr>
            <a:t>DML</a:t>
          </a:r>
          <a:endParaRPr lang="en-US" sz="1400" kern="1200" dirty="0">
            <a:latin typeface="Candara" panose="020E0502030303020204" pitchFamily="34" charset="0"/>
          </a:endParaRPr>
        </a:p>
      </dsp:txBody>
      <dsp:txXfrm>
        <a:off x="12652" y="750155"/>
        <a:ext cx="641325" cy="395820"/>
      </dsp:txXfrm>
    </dsp:sp>
    <dsp:sp modelId="{DD58097F-AEA4-43A4-AAA0-84EBE9F67DC2}">
      <dsp:nvSpPr>
        <dsp:cNvPr id="0" name=""/>
        <dsp:cNvSpPr/>
      </dsp:nvSpPr>
      <dsp:spPr>
        <a:xfrm rot="17971351">
          <a:off x="529190" y="697025"/>
          <a:ext cx="540586" cy="31684"/>
        </a:xfrm>
        <a:custGeom>
          <a:avLst/>
          <a:gdLst/>
          <a:ahLst/>
          <a:cxnLst/>
          <a:rect l="0" t="0" r="0" b="0"/>
          <a:pathLst>
            <a:path>
              <a:moveTo>
                <a:pt x="0" y="15842"/>
              </a:moveTo>
              <a:lnTo>
                <a:pt x="540586" y="158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785969" y="695802"/>
        <a:ext cx="27029" cy="34129"/>
      </dsp:txXfrm>
    </dsp:sp>
    <dsp:sp modelId="{B8CAED4E-CBD9-4329-A29D-8F780145267F}">
      <dsp:nvSpPr>
        <dsp:cNvPr id="0" name=""/>
        <dsp:cNvSpPr/>
      </dsp:nvSpPr>
      <dsp:spPr>
        <a:xfrm>
          <a:off x="932675" y="267443"/>
          <a:ext cx="665955"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latin typeface="Candara" panose="020E0502030303020204" pitchFamily="34" charset="0"/>
            </a:rPr>
            <a:t>INSERT</a:t>
          </a:r>
          <a:endParaRPr lang="en-US" sz="1400" kern="1200" dirty="0">
            <a:latin typeface="Candara" panose="020E0502030303020204" pitchFamily="34" charset="0"/>
          </a:endParaRPr>
        </a:p>
      </dsp:txBody>
      <dsp:txXfrm>
        <a:off x="944990" y="279758"/>
        <a:ext cx="641325" cy="395820"/>
      </dsp:txXfrm>
    </dsp:sp>
    <dsp:sp modelId="{607DF248-79AF-4ACD-BBC6-B9798194FD77}">
      <dsp:nvSpPr>
        <dsp:cNvPr id="0" name=""/>
        <dsp:cNvSpPr/>
      </dsp:nvSpPr>
      <dsp:spPr>
        <a:xfrm rot="21570388">
          <a:off x="1598625" y="460675"/>
          <a:ext cx="267151" cy="31684"/>
        </a:xfrm>
        <a:custGeom>
          <a:avLst/>
          <a:gdLst/>
          <a:ahLst/>
          <a:cxnLst/>
          <a:rect l="0" t="0" r="0" b="0"/>
          <a:pathLst>
            <a:path>
              <a:moveTo>
                <a:pt x="0" y="15842"/>
              </a:moveTo>
              <a:lnTo>
                <a:pt x="267151" y="158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1725522" y="468084"/>
        <a:ext cx="13357" cy="16866"/>
      </dsp:txXfrm>
    </dsp:sp>
    <dsp:sp modelId="{E06B4DEB-F7BE-4E44-808C-CA4DD38AB1C7}">
      <dsp:nvSpPr>
        <dsp:cNvPr id="0" name=""/>
        <dsp:cNvSpPr/>
      </dsp:nvSpPr>
      <dsp:spPr>
        <a:xfrm>
          <a:off x="1865771" y="265141"/>
          <a:ext cx="3255636"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IN" sz="1400" kern="1200" dirty="0" smtClean="0">
              <a:latin typeface="Candara" panose="020E0502030303020204" pitchFamily="34" charset="0"/>
            </a:rPr>
            <a:t>Adds new rows </a:t>
          </a:r>
          <a:endParaRPr lang="en-US" sz="1400" kern="1200" dirty="0">
            <a:latin typeface="Candara" panose="020E0502030303020204" pitchFamily="34" charset="0"/>
          </a:endParaRPr>
        </a:p>
      </dsp:txBody>
      <dsp:txXfrm>
        <a:off x="1878086" y="277456"/>
        <a:ext cx="3231006" cy="395820"/>
      </dsp:txXfrm>
    </dsp:sp>
    <dsp:sp modelId="{B3571DA7-5F58-4A07-9DEC-2B45396C29AE}">
      <dsp:nvSpPr>
        <dsp:cNvPr id="0" name=""/>
        <dsp:cNvSpPr/>
      </dsp:nvSpPr>
      <dsp:spPr>
        <a:xfrm>
          <a:off x="666292" y="932223"/>
          <a:ext cx="266382" cy="31684"/>
        </a:xfrm>
        <a:custGeom>
          <a:avLst/>
          <a:gdLst/>
          <a:ahLst/>
          <a:cxnLst/>
          <a:rect l="0" t="0" r="0" b="0"/>
          <a:pathLst>
            <a:path>
              <a:moveTo>
                <a:pt x="0" y="15842"/>
              </a:moveTo>
              <a:lnTo>
                <a:pt x="266382" y="158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792824" y="939657"/>
        <a:ext cx="13319" cy="16818"/>
      </dsp:txXfrm>
    </dsp:sp>
    <dsp:sp modelId="{618505C9-AEC6-402A-B4E8-F151DA9B8782}">
      <dsp:nvSpPr>
        <dsp:cNvPr id="0" name=""/>
        <dsp:cNvSpPr/>
      </dsp:nvSpPr>
      <dsp:spPr>
        <a:xfrm>
          <a:off x="932675" y="737840"/>
          <a:ext cx="665955"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latin typeface="Candara" panose="020E0502030303020204" pitchFamily="34" charset="0"/>
            </a:rPr>
            <a:t>UPDATE</a:t>
          </a:r>
          <a:endParaRPr lang="en-US" sz="1400" kern="1200" dirty="0">
            <a:latin typeface="Candara" panose="020E0502030303020204" pitchFamily="34" charset="0"/>
          </a:endParaRPr>
        </a:p>
      </dsp:txBody>
      <dsp:txXfrm>
        <a:off x="944990" y="750155"/>
        <a:ext cx="641325" cy="395820"/>
      </dsp:txXfrm>
    </dsp:sp>
    <dsp:sp modelId="{D7CFF03D-65D2-4DBE-BD8E-C1C76B2FBD6C}">
      <dsp:nvSpPr>
        <dsp:cNvPr id="0" name=""/>
        <dsp:cNvSpPr/>
      </dsp:nvSpPr>
      <dsp:spPr>
        <a:xfrm rot="21570388">
          <a:off x="1598625" y="931073"/>
          <a:ext cx="267151" cy="31684"/>
        </a:xfrm>
        <a:custGeom>
          <a:avLst/>
          <a:gdLst/>
          <a:ahLst/>
          <a:cxnLst/>
          <a:rect l="0" t="0" r="0" b="0"/>
          <a:pathLst>
            <a:path>
              <a:moveTo>
                <a:pt x="0" y="15842"/>
              </a:moveTo>
              <a:lnTo>
                <a:pt x="267151" y="158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1725522" y="938482"/>
        <a:ext cx="13357" cy="16866"/>
      </dsp:txXfrm>
    </dsp:sp>
    <dsp:sp modelId="{72E910C6-5C60-480F-8FC3-611871EA1025}">
      <dsp:nvSpPr>
        <dsp:cNvPr id="0" name=""/>
        <dsp:cNvSpPr/>
      </dsp:nvSpPr>
      <dsp:spPr>
        <a:xfrm>
          <a:off x="1865771" y="735539"/>
          <a:ext cx="3255636"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IN" sz="1400" kern="1200" dirty="0" smtClean="0">
              <a:latin typeface="Candara" panose="020E0502030303020204" pitchFamily="34" charset="0"/>
            </a:rPr>
            <a:t>Modifies existing data within a table</a:t>
          </a:r>
          <a:endParaRPr lang="en-US" sz="1400" kern="1200" dirty="0">
            <a:latin typeface="Candara" panose="020E0502030303020204" pitchFamily="34" charset="0"/>
          </a:endParaRPr>
        </a:p>
      </dsp:txBody>
      <dsp:txXfrm>
        <a:off x="1878086" y="747854"/>
        <a:ext cx="3231006" cy="395820"/>
      </dsp:txXfrm>
    </dsp:sp>
    <dsp:sp modelId="{7A0E3C7A-D61A-4EC8-AA3A-0FA459D5F6CE}">
      <dsp:nvSpPr>
        <dsp:cNvPr id="0" name=""/>
        <dsp:cNvSpPr/>
      </dsp:nvSpPr>
      <dsp:spPr>
        <a:xfrm rot="3617386">
          <a:off x="530357" y="1166301"/>
          <a:ext cx="539011" cy="31684"/>
        </a:xfrm>
        <a:custGeom>
          <a:avLst/>
          <a:gdLst/>
          <a:ahLst/>
          <a:cxnLst/>
          <a:rect l="0" t="0" r="0" b="0"/>
          <a:pathLst>
            <a:path>
              <a:moveTo>
                <a:pt x="0" y="15842"/>
              </a:moveTo>
              <a:lnTo>
                <a:pt x="539011" y="1584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786388" y="1165128"/>
        <a:ext cx="26950" cy="34030"/>
      </dsp:txXfrm>
    </dsp:sp>
    <dsp:sp modelId="{531B3EF7-2837-4F62-8FD8-A868A84C406A}">
      <dsp:nvSpPr>
        <dsp:cNvPr id="0" name=""/>
        <dsp:cNvSpPr/>
      </dsp:nvSpPr>
      <dsp:spPr>
        <a:xfrm>
          <a:off x="933434" y="1205995"/>
          <a:ext cx="665955"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smtClean="0">
              <a:latin typeface="Candara" panose="020E0502030303020204" pitchFamily="34" charset="0"/>
            </a:rPr>
            <a:t>DELETE</a:t>
          </a:r>
          <a:endParaRPr lang="en-US" sz="1400" kern="1200" dirty="0">
            <a:latin typeface="Candara" panose="020E0502030303020204" pitchFamily="34" charset="0"/>
          </a:endParaRPr>
        </a:p>
      </dsp:txBody>
      <dsp:txXfrm>
        <a:off x="945749" y="1218310"/>
        <a:ext cx="641325" cy="395820"/>
      </dsp:txXfrm>
    </dsp:sp>
    <dsp:sp modelId="{C320397E-DD52-4247-B58A-D92E011B62C0}">
      <dsp:nvSpPr>
        <dsp:cNvPr id="0" name=""/>
        <dsp:cNvSpPr/>
      </dsp:nvSpPr>
      <dsp:spPr>
        <a:xfrm rot="21599252">
          <a:off x="1599389" y="1400349"/>
          <a:ext cx="266382" cy="31684"/>
        </a:xfrm>
        <a:custGeom>
          <a:avLst/>
          <a:gdLst/>
          <a:ahLst/>
          <a:cxnLst/>
          <a:rect l="0" t="0" r="0" b="0"/>
          <a:pathLst>
            <a:path>
              <a:moveTo>
                <a:pt x="0" y="15842"/>
              </a:moveTo>
              <a:lnTo>
                <a:pt x="266382" y="158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l" defTabSz="622300">
            <a:lnSpc>
              <a:spcPct val="90000"/>
            </a:lnSpc>
            <a:spcBef>
              <a:spcPct val="0"/>
            </a:spcBef>
            <a:spcAft>
              <a:spcPct val="35000"/>
            </a:spcAft>
          </a:pPr>
          <a:endParaRPr lang="en-US" sz="1400" kern="1200">
            <a:latin typeface="Candara" panose="020E0502030303020204" pitchFamily="34" charset="0"/>
          </a:endParaRPr>
        </a:p>
      </dsp:txBody>
      <dsp:txXfrm>
        <a:off x="1725921" y="1407782"/>
        <a:ext cx="13319" cy="16818"/>
      </dsp:txXfrm>
    </dsp:sp>
    <dsp:sp modelId="{B6599529-8A92-4B6B-8608-809FBD2FE87E}">
      <dsp:nvSpPr>
        <dsp:cNvPr id="0" name=""/>
        <dsp:cNvSpPr/>
      </dsp:nvSpPr>
      <dsp:spPr>
        <a:xfrm>
          <a:off x="1865771" y="1205937"/>
          <a:ext cx="3255636" cy="420450"/>
        </a:xfrm>
        <a:prstGeom prst="roundRect">
          <a:avLst>
            <a:gd name="adj" fmla="val 10000"/>
          </a:avLst>
        </a:prstGeom>
        <a:solidFill>
          <a:schemeClr val="accent1">
            <a:hueOff val="0"/>
            <a:satOff val="0"/>
            <a:lumOff val="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IN" sz="1400" kern="1200" smtClean="0">
              <a:latin typeface="Candara" panose="020E0502030303020204" pitchFamily="34" charset="0"/>
            </a:rPr>
            <a:t>Removes rows from a table. </a:t>
          </a:r>
          <a:endParaRPr lang="en-US" sz="1400" kern="1200" dirty="0">
            <a:latin typeface="Candara" panose="020E0502030303020204" pitchFamily="34" charset="0"/>
          </a:endParaRPr>
        </a:p>
      </dsp:txBody>
      <dsp:txXfrm>
        <a:off x="1878086" y="1218252"/>
        <a:ext cx="3231006" cy="3958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4083E-F76C-4377-96D5-5DB4500E31CB}">
      <dsp:nvSpPr>
        <dsp:cNvPr id="0" name=""/>
        <dsp:cNvSpPr/>
      </dsp:nvSpPr>
      <dsp:spPr>
        <a:xfrm>
          <a:off x="783771" y="1387301"/>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smtClean="0">
              <a:latin typeface="Candara" panose="020E0502030303020204" pitchFamily="34" charset="0"/>
            </a:rPr>
            <a:t>DDL</a:t>
          </a:r>
          <a:endParaRPr lang="en-US" sz="1400" kern="1200" dirty="0">
            <a:latin typeface="Candara" panose="020E0502030303020204" pitchFamily="34" charset="0"/>
          </a:endParaRPr>
        </a:p>
      </dsp:txBody>
      <dsp:txXfrm>
        <a:off x="797882" y="1401412"/>
        <a:ext cx="935336" cy="453557"/>
      </dsp:txXfrm>
    </dsp:sp>
    <dsp:sp modelId="{4C7C6B0E-B1CC-447F-9160-4EF4A4664177}">
      <dsp:nvSpPr>
        <dsp:cNvPr id="0" name=""/>
        <dsp:cNvSpPr/>
      </dsp:nvSpPr>
      <dsp:spPr>
        <a:xfrm rot="17132988">
          <a:off x="1221172" y="922318"/>
          <a:ext cx="1437740" cy="26630"/>
        </a:xfrm>
        <a:custGeom>
          <a:avLst/>
          <a:gdLst/>
          <a:ahLst/>
          <a:cxnLst/>
          <a:rect l="0" t="0" r="0" b="0"/>
          <a:pathLst>
            <a:path>
              <a:moveTo>
                <a:pt x="0" y="13315"/>
              </a:moveTo>
              <a:lnTo>
                <a:pt x="1437740"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1904098" y="899690"/>
        <a:ext cx="71887" cy="71887"/>
      </dsp:txXfrm>
    </dsp:sp>
    <dsp:sp modelId="{FE97EA39-0ED1-45D6-A6BC-A478372E17C3}">
      <dsp:nvSpPr>
        <dsp:cNvPr id="0" name=""/>
        <dsp:cNvSpPr/>
      </dsp:nvSpPr>
      <dsp:spPr>
        <a:xfrm>
          <a:off x="2132753" y="2186"/>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CREATE</a:t>
          </a:r>
          <a:endParaRPr lang="en-IN" sz="1400" kern="1200" dirty="0">
            <a:latin typeface="Candara" panose="020E0502030303020204" pitchFamily="34" charset="0"/>
          </a:endParaRPr>
        </a:p>
      </dsp:txBody>
      <dsp:txXfrm>
        <a:off x="2146864" y="16297"/>
        <a:ext cx="935336" cy="453557"/>
      </dsp:txXfrm>
    </dsp:sp>
    <dsp:sp modelId="{94CBDCDF-2FAC-48F3-89F2-8FD56FC4E096}">
      <dsp:nvSpPr>
        <dsp:cNvPr id="0" name=""/>
        <dsp:cNvSpPr/>
      </dsp:nvSpPr>
      <dsp:spPr>
        <a:xfrm rot="21595745">
          <a:off x="3096311" y="228667"/>
          <a:ext cx="1766358" cy="26630"/>
        </a:xfrm>
        <a:custGeom>
          <a:avLst/>
          <a:gdLst/>
          <a:ahLst/>
          <a:cxnLst/>
          <a:rect l="0" t="0" r="0" b="0"/>
          <a:pathLst>
            <a:path>
              <a:moveTo>
                <a:pt x="0" y="13315"/>
              </a:moveTo>
              <a:lnTo>
                <a:pt x="1766358"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3935332" y="197823"/>
        <a:ext cx="88317" cy="88317"/>
      </dsp:txXfrm>
    </dsp:sp>
    <dsp:sp modelId="{1277BF99-B26F-49A2-B368-F6C20E40EB81}">
      <dsp:nvSpPr>
        <dsp:cNvPr id="0" name=""/>
        <dsp:cNvSpPr/>
      </dsp:nvSpPr>
      <dsp:spPr>
        <a:xfrm>
          <a:off x="4862669" y="0"/>
          <a:ext cx="2073799"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dirty="0" smtClean="0">
              <a:latin typeface="Candara" panose="020E0502030303020204" pitchFamily="34" charset="0"/>
            </a:rPr>
            <a:t>Creates a new database</a:t>
          </a:r>
          <a:endParaRPr lang="en-IN" sz="1400" kern="1200" dirty="0">
            <a:latin typeface="Candara" panose="020E0502030303020204" pitchFamily="34" charset="0"/>
          </a:endParaRPr>
        </a:p>
      </dsp:txBody>
      <dsp:txXfrm>
        <a:off x="4876780" y="14111"/>
        <a:ext cx="2045577" cy="453557"/>
      </dsp:txXfrm>
    </dsp:sp>
    <dsp:sp modelId="{25DEDBB7-AD84-42AD-867B-E38E33D45CB9}">
      <dsp:nvSpPr>
        <dsp:cNvPr id="0" name=""/>
        <dsp:cNvSpPr/>
      </dsp:nvSpPr>
      <dsp:spPr>
        <a:xfrm rot="19457599">
          <a:off x="1702717" y="1476364"/>
          <a:ext cx="474650" cy="26630"/>
        </a:xfrm>
        <a:custGeom>
          <a:avLst/>
          <a:gdLst/>
          <a:ahLst/>
          <a:cxnLst/>
          <a:rect l="0" t="0" r="0" b="0"/>
          <a:pathLst>
            <a:path>
              <a:moveTo>
                <a:pt x="0" y="13315"/>
              </a:moveTo>
              <a:lnTo>
                <a:pt x="474650"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1928176" y="1477813"/>
        <a:ext cx="23732" cy="23732"/>
      </dsp:txXfrm>
    </dsp:sp>
    <dsp:sp modelId="{F8B3A0FD-B045-4738-B7C2-84A624645D87}">
      <dsp:nvSpPr>
        <dsp:cNvPr id="0" name=""/>
        <dsp:cNvSpPr/>
      </dsp:nvSpPr>
      <dsp:spPr>
        <a:xfrm>
          <a:off x="2132753" y="1110278"/>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ALTER</a:t>
          </a:r>
          <a:endParaRPr lang="en-IN" sz="1400" kern="1200" dirty="0">
            <a:latin typeface="Candara" panose="020E0502030303020204" pitchFamily="34" charset="0"/>
          </a:endParaRPr>
        </a:p>
      </dsp:txBody>
      <dsp:txXfrm>
        <a:off x="2146864" y="1124389"/>
        <a:ext cx="935336" cy="453557"/>
      </dsp:txXfrm>
    </dsp:sp>
    <dsp:sp modelId="{097CCFDC-3E04-44CE-91CD-4281F25BA747}">
      <dsp:nvSpPr>
        <dsp:cNvPr id="0" name=""/>
        <dsp:cNvSpPr/>
      </dsp:nvSpPr>
      <dsp:spPr>
        <a:xfrm rot="18289469">
          <a:off x="2951563" y="1060829"/>
          <a:ext cx="674921" cy="26630"/>
        </a:xfrm>
        <a:custGeom>
          <a:avLst/>
          <a:gdLst/>
          <a:ahLst/>
          <a:cxnLst/>
          <a:rect l="0" t="0" r="0" b="0"/>
          <a:pathLst>
            <a:path>
              <a:moveTo>
                <a:pt x="0" y="13315"/>
              </a:moveTo>
              <a:lnTo>
                <a:pt x="674921"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272151" y="1057272"/>
        <a:ext cx="33746" cy="33746"/>
      </dsp:txXfrm>
    </dsp:sp>
    <dsp:sp modelId="{7FF22E21-4121-4936-877F-55040E8DCC27}">
      <dsp:nvSpPr>
        <dsp:cNvPr id="0" name=""/>
        <dsp:cNvSpPr/>
      </dsp:nvSpPr>
      <dsp:spPr>
        <a:xfrm>
          <a:off x="3481736" y="556232"/>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ADD</a:t>
          </a:r>
          <a:endParaRPr lang="en-IN" sz="1400" kern="1200" dirty="0">
            <a:latin typeface="Candara" panose="020E0502030303020204" pitchFamily="34" charset="0"/>
          </a:endParaRPr>
        </a:p>
      </dsp:txBody>
      <dsp:txXfrm>
        <a:off x="3495847" y="570343"/>
        <a:ext cx="935336" cy="453557"/>
      </dsp:txXfrm>
    </dsp:sp>
    <dsp:sp modelId="{DF5EC294-0BA9-494C-8C93-22760D10A177}">
      <dsp:nvSpPr>
        <dsp:cNvPr id="0" name=""/>
        <dsp:cNvSpPr/>
      </dsp:nvSpPr>
      <dsp:spPr>
        <a:xfrm>
          <a:off x="4445294" y="783806"/>
          <a:ext cx="385423" cy="26630"/>
        </a:xfrm>
        <a:custGeom>
          <a:avLst/>
          <a:gdLst/>
          <a:ahLst/>
          <a:cxnLst/>
          <a:rect l="0" t="0" r="0" b="0"/>
          <a:pathLst>
            <a:path>
              <a:moveTo>
                <a:pt x="0" y="13315"/>
              </a:moveTo>
              <a:lnTo>
                <a:pt x="385423"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628370" y="787486"/>
        <a:ext cx="19271" cy="19271"/>
      </dsp:txXfrm>
    </dsp:sp>
    <dsp:sp modelId="{1841944F-C3E7-4023-AD33-BE6B00028442}">
      <dsp:nvSpPr>
        <dsp:cNvPr id="0" name=""/>
        <dsp:cNvSpPr/>
      </dsp:nvSpPr>
      <dsp:spPr>
        <a:xfrm>
          <a:off x="4830718" y="556232"/>
          <a:ext cx="2953923"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Add Column</a:t>
          </a:r>
          <a:endParaRPr lang="en-IN" sz="1400" kern="1200" dirty="0">
            <a:latin typeface="Candara" panose="020E0502030303020204" pitchFamily="34" charset="0"/>
          </a:endParaRPr>
        </a:p>
      </dsp:txBody>
      <dsp:txXfrm>
        <a:off x="4844829" y="570343"/>
        <a:ext cx="2925701" cy="453557"/>
      </dsp:txXfrm>
    </dsp:sp>
    <dsp:sp modelId="{8675AB5E-098A-4D78-8B24-39DA263DE5E2}">
      <dsp:nvSpPr>
        <dsp:cNvPr id="0" name=""/>
        <dsp:cNvSpPr/>
      </dsp:nvSpPr>
      <dsp:spPr>
        <a:xfrm>
          <a:off x="3096312" y="1337852"/>
          <a:ext cx="385423" cy="26630"/>
        </a:xfrm>
        <a:custGeom>
          <a:avLst/>
          <a:gdLst/>
          <a:ahLst/>
          <a:cxnLst/>
          <a:rect l="0" t="0" r="0" b="0"/>
          <a:pathLst>
            <a:path>
              <a:moveTo>
                <a:pt x="0" y="13315"/>
              </a:moveTo>
              <a:lnTo>
                <a:pt x="385423"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279388" y="1341532"/>
        <a:ext cx="19271" cy="19271"/>
      </dsp:txXfrm>
    </dsp:sp>
    <dsp:sp modelId="{28B8ADB4-E738-4A21-8071-457198184814}">
      <dsp:nvSpPr>
        <dsp:cNvPr id="0" name=""/>
        <dsp:cNvSpPr/>
      </dsp:nvSpPr>
      <dsp:spPr>
        <a:xfrm>
          <a:off x="3481736" y="1110278"/>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Modify</a:t>
          </a:r>
          <a:endParaRPr lang="en-IN" sz="1400" kern="1200" dirty="0">
            <a:latin typeface="Candara" panose="020E0502030303020204" pitchFamily="34" charset="0"/>
          </a:endParaRPr>
        </a:p>
      </dsp:txBody>
      <dsp:txXfrm>
        <a:off x="3495847" y="1124389"/>
        <a:ext cx="935336" cy="453557"/>
      </dsp:txXfrm>
    </dsp:sp>
    <dsp:sp modelId="{5BBEEBE9-3BBF-455E-A7F2-BB813ACFF09E}">
      <dsp:nvSpPr>
        <dsp:cNvPr id="0" name=""/>
        <dsp:cNvSpPr/>
      </dsp:nvSpPr>
      <dsp:spPr>
        <a:xfrm>
          <a:off x="4445294" y="1337852"/>
          <a:ext cx="385423" cy="26630"/>
        </a:xfrm>
        <a:custGeom>
          <a:avLst/>
          <a:gdLst/>
          <a:ahLst/>
          <a:cxnLst/>
          <a:rect l="0" t="0" r="0" b="0"/>
          <a:pathLst>
            <a:path>
              <a:moveTo>
                <a:pt x="0" y="13315"/>
              </a:moveTo>
              <a:lnTo>
                <a:pt x="385423"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628370" y="1341532"/>
        <a:ext cx="19271" cy="19271"/>
      </dsp:txXfrm>
    </dsp:sp>
    <dsp:sp modelId="{AD1E62D5-DDCA-48F0-82F5-EA257EADEB51}">
      <dsp:nvSpPr>
        <dsp:cNvPr id="0" name=""/>
        <dsp:cNvSpPr/>
      </dsp:nvSpPr>
      <dsp:spPr>
        <a:xfrm>
          <a:off x="4830718" y="1110278"/>
          <a:ext cx="2953923"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Modify size of the Column</a:t>
          </a:r>
          <a:endParaRPr lang="en-IN" sz="1400" kern="1200" dirty="0">
            <a:latin typeface="Candara" panose="020E0502030303020204" pitchFamily="34" charset="0"/>
          </a:endParaRPr>
        </a:p>
      </dsp:txBody>
      <dsp:txXfrm>
        <a:off x="4844829" y="1124389"/>
        <a:ext cx="2925701" cy="453557"/>
      </dsp:txXfrm>
    </dsp:sp>
    <dsp:sp modelId="{D24D7977-0520-416D-84EE-2110D9512431}">
      <dsp:nvSpPr>
        <dsp:cNvPr id="0" name=""/>
        <dsp:cNvSpPr/>
      </dsp:nvSpPr>
      <dsp:spPr>
        <a:xfrm rot="3310531">
          <a:off x="2951563" y="1614876"/>
          <a:ext cx="674921" cy="26630"/>
        </a:xfrm>
        <a:custGeom>
          <a:avLst/>
          <a:gdLst/>
          <a:ahLst/>
          <a:cxnLst/>
          <a:rect l="0" t="0" r="0" b="0"/>
          <a:pathLst>
            <a:path>
              <a:moveTo>
                <a:pt x="0" y="13315"/>
              </a:moveTo>
              <a:lnTo>
                <a:pt x="674921"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272151" y="1611318"/>
        <a:ext cx="33746" cy="33746"/>
      </dsp:txXfrm>
    </dsp:sp>
    <dsp:sp modelId="{D3B7A3B0-1A7C-4459-8692-57C768E6EF23}">
      <dsp:nvSpPr>
        <dsp:cNvPr id="0" name=""/>
        <dsp:cNvSpPr/>
      </dsp:nvSpPr>
      <dsp:spPr>
        <a:xfrm>
          <a:off x="3481736" y="1664324"/>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Drop</a:t>
          </a:r>
          <a:endParaRPr lang="en-IN" sz="1400" kern="1200" dirty="0">
            <a:latin typeface="Candara" panose="020E0502030303020204" pitchFamily="34" charset="0"/>
          </a:endParaRPr>
        </a:p>
      </dsp:txBody>
      <dsp:txXfrm>
        <a:off x="3495847" y="1678435"/>
        <a:ext cx="935336" cy="453557"/>
      </dsp:txXfrm>
    </dsp:sp>
    <dsp:sp modelId="{313E1964-D1CA-41CD-A990-1A8669A4B28F}">
      <dsp:nvSpPr>
        <dsp:cNvPr id="0" name=""/>
        <dsp:cNvSpPr/>
      </dsp:nvSpPr>
      <dsp:spPr>
        <a:xfrm>
          <a:off x="4445294" y="1891899"/>
          <a:ext cx="385423" cy="26630"/>
        </a:xfrm>
        <a:custGeom>
          <a:avLst/>
          <a:gdLst/>
          <a:ahLst/>
          <a:cxnLst/>
          <a:rect l="0" t="0" r="0" b="0"/>
          <a:pathLst>
            <a:path>
              <a:moveTo>
                <a:pt x="0" y="13315"/>
              </a:moveTo>
              <a:lnTo>
                <a:pt x="385423" y="133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628370" y="1895579"/>
        <a:ext cx="19271" cy="19271"/>
      </dsp:txXfrm>
    </dsp:sp>
    <dsp:sp modelId="{70690B3E-3689-42FB-B345-B8BF99F3D901}">
      <dsp:nvSpPr>
        <dsp:cNvPr id="0" name=""/>
        <dsp:cNvSpPr/>
      </dsp:nvSpPr>
      <dsp:spPr>
        <a:xfrm>
          <a:off x="4830718" y="1664324"/>
          <a:ext cx="2953923"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Drops the Column</a:t>
          </a:r>
          <a:endParaRPr lang="en-IN" sz="1400" kern="1200" dirty="0">
            <a:latin typeface="Candara" panose="020E0502030303020204" pitchFamily="34" charset="0"/>
          </a:endParaRPr>
        </a:p>
      </dsp:txBody>
      <dsp:txXfrm>
        <a:off x="4844829" y="1678435"/>
        <a:ext cx="2925701" cy="453557"/>
      </dsp:txXfrm>
    </dsp:sp>
    <dsp:sp modelId="{BCA41193-DA3E-4317-9F4D-7D84A9D6BF4F}">
      <dsp:nvSpPr>
        <dsp:cNvPr id="0" name=""/>
        <dsp:cNvSpPr/>
      </dsp:nvSpPr>
      <dsp:spPr>
        <a:xfrm rot="3907178">
          <a:off x="1481995" y="2030410"/>
          <a:ext cx="916093" cy="26630"/>
        </a:xfrm>
        <a:custGeom>
          <a:avLst/>
          <a:gdLst/>
          <a:ahLst/>
          <a:cxnLst/>
          <a:rect l="0" t="0" r="0" b="0"/>
          <a:pathLst>
            <a:path>
              <a:moveTo>
                <a:pt x="0" y="13315"/>
              </a:moveTo>
              <a:lnTo>
                <a:pt x="916093"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1917139" y="2020823"/>
        <a:ext cx="45804" cy="45804"/>
      </dsp:txXfrm>
    </dsp:sp>
    <dsp:sp modelId="{B357CB8D-9988-4E0C-9FBB-B23E5A112773}">
      <dsp:nvSpPr>
        <dsp:cNvPr id="0" name=""/>
        <dsp:cNvSpPr/>
      </dsp:nvSpPr>
      <dsp:spPr>
        <a:xfrm>
          <a:off x="2132753" y="2218371"/>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DROP</a:t>
          </a:r>
          <a:endParaRPr lang="en-IN" sz="1400" kern="1200" dirty="0">
            <a:latin typeface="Candara" panose="020E0502030303020204" pitchFamily="34" charset="0"/>
          </a:endParaRPr>
        </a:p>
      </dsp:txBody>
      <dsp:txXfrm>
        <a:off x="2146864" y="2232482"/>
        <a:ext cx="935336" cy="453557"/>
      </dsp:txXfrm>
    </dsp:sp>
    <dsp:sp modelId="{FAFC5FEF-0B50-4D85-84FD-21B2EA289C38}">
      <dsp:nvSpPr>
        <dsp:cNvPr id="0" name=""/>
        <dsp:cNvSpPr/>
      </dsp:nvSpPr>
      <dsp:spPr>
        <a:xfrm rot="21581140">
          <a:off x="3096299" y="2441279"/>
          <a:ext cx="1701063" cy="26630"/>
        </a:xfrm>
        <a:custGeom>
          <a:avLst/>
          <a:gdLst/>
          <a:ahLst/>
          <a:cxnLst/>
          <a:rect l="0" t="0" r="0" b="0"/>
          <a:pathLst>
            <a:path>
              <a:moveTo>
                <a:pt x="0" y="13315"/>
              </a:moveTo>
              <a:lnTo>
                <a:pt x="1701063"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3904304" y="2412068"/>
        <a:ext cx="85053" cy="85053"/>
      </dsp:txXfrm>
    </dsp:sp>
    <dsp:sp modelId="{0736BDBE-206F-4082-A88A-4F17A4884ED6}">
      <dsp:nvSpPr>
        <dsp:cNvPr id="0" name=""/>
        <dsp:cNvSpPr/>
      </dsp:nvSpPr>
      <dsp:spPr>
        <a:xfrm>
          <a:off x="4797350" y="2209039"/>
          <a:ext cx="3471576"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dirty="0" smtClean="0">
              <a:latin typeface="Candara" panose="020E0502030303020204" pitchFamily="34" charset="0"/>
            </a:rPr>
            <a:t>Deletes an entire database object</a:t>
          </a:r>
          <a:endParaRPr lang="en-IN" sz="1400" kern="1200" dirty="0">
            <a:latin typeface="Candara" panose="020E0502030303020204" pitchFamily="34" charset="0"/>
          </a:endParaRPr>
        </a:p>
      </dsp:txBody>
      <dsp:txXfrm>
        <a:off x="4811461" y="2223150"/>
        <a:ext cx="3443354" cy="453557"/>
      </dsp:txXfrm>
    </dsp:sp>
    <dsp:sp modelId="{125F213A-A682-43DC-B479-782EEB15F96A}">
      <dsp:nvSpPr>
        <dsp:cNvPr id="0" name=""/>
        <dsp:cNvSpPr/>
      </dsp:nvSpPr>
      <dsp:spPr>
        <a:xfrm rot="4467012">
          <a:off x="1221172" y="2307433"/>
          <a:ext cx="1437740" cy="26630"/>
        </a:xfrm>
        <a:custGeom>
          <a:avLst/>
          <a:gdLst/>
          <a:ahLst/>
          <a:cxnLst/>
          <a:rect l="0" t="0" r="0" b="0"/>
          <a:pathLst>
            <a:path>
              <a:moveTo>
                <a:pt x="0" y="13315"/>
              </a:moveTo>
              <a:lnTo>
                <a:pt x="1437740"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1904098" y="2284805"/>
        <a:ext cx="71887" cy="71887"/>
      </dsp:txXfrm>
    </dsp:sp>
    <dsp:sp modelId="{36E58629-E1A2-4DD2-8D70-8CC8EDE6CD1C}">
      <dsp:nvSpPr>
        <dsp:cNvPr id="0" name=""/>
        <dsp:cNvSpPr/>
      </dsp:nvSpPr>
      <dsp:spPr>
        <a:xfrm>
          <a:off x="2132753" y="2772417"/>
          <a:ext cx="963558"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latin typeface="Candara" panose="020E0502030303020204" pitchFamily="34" charset="0"/>
            </a:rPr>
            <a:t>TRUNCATE</a:t>
          </a:r>
          <a:endParaRPr lang="en-IN" sz="1400" kern="1200" dirty="0">
            <a:latin typeface="Candara" panose="020E0502030303020204" pitchFamily="34" charset="0"/>
          </a:endParaRPr>
        </a:p>
      </dsp:txBody>
      <dsp:txXfrm>
        <a:off x="2146864" y="2786528"/>
        <a:ext cx="935336" cy="453557"/>
      </dsp:txXfrm>
    </dsp:sp>
    <dsp:sp modelId="{D3BF5AB4-A2E1-43A1-91FA-79B172AD6E9E}">
      <dsp:nvSpPr>
        <dsp:cNvPr id="0" name=""/>
        <dsp:cNvSpPr/>
      </dsp:nvSpPr>
      <dsp:spPr>
        <a:xfrm rot="21581140">
          <a:off x="3096299" y="2995325"/>
          <a:ext cx="1701063" cy="26630"/>
        </a:xfrm>
        <a:custGeom>
          <a:avLst/>
          <a:gdLst/>
          <a:ahLst/>
          <a:cxnLst/>
          <a:rect l="0" t="0" r="0" b="0"/>
          <a:pathLst>
            <a:path>
              <a:moveTo>
                <a:pt x="0" y="13315"/>
              </a:moveTo>
              <a:lnTo>
                <a:pt x="1701063" y="13315"/>
              </a:lnTo>
            </a:path>
          </a:pathLst>
        </a:custGeom>
        <a:noFill/>
        <a:ln w="12700" cap="flat" cmpd="sng" algn="ctr">
          <a:solidFill>
            <a:schemeClr val="lt1">
              <a:hueOff val="0"/>
              <a:satOff val="0"/>
              <a:lumOff val="0"/>
              <a:alpha val="2500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en-US" sz="1400" kern="1200">
            <a:latin typeface="Candara" panose="020E0502030303020204" pitchFamily="34" charset="0"/>
          </a:endParaRPr>
        </a:p>
      </dsp:txBody>
      <dsp:txXfrm>
        <a:off x="3904304" y="2966114"/>
        <a:ext cx="85053" cy="85053"/>
      </dsp:txXfrm>
    </dsp:sp>
    <dsp:sp modelId="{98FEA031-04C4-45E4-AE81-D4F944398789}">
      <dsp:nvSpPr>
        <dsp:cNvPr id="0" name=""/>
        <dsp:cNvSpPr/>
      </dsp:nvSpPr>
      <dsp:spPr>
        <a:xfrm>
          <a:off x="4797350" y="2763085"/>
          <a:ext cx="3471576" cy="481779"/>
        </a:xfrm>
        <a:prstGeom prst="roundRect">
          <a:avLst>
            <a:gd name="adj" fmla="val 10000"/>
          </a:avLst>
        </a:prstGeom>
        <a:solidFill>
          <a:schemeClr val="accent1">
            <a:lumMod val="75000"/>
            <a:alpha val="25000"/>
          </a:schemeClr>
        </a:solidFill>
        <a:ln w="12700" cap="flat" cmpd="sng" algn="ctr">
          <a:solidFill>
            <a:schemeClr val="lt1">
              <a:hueOff val="0"/>
              <a:satOff val="0"/>
              <a:lumOff val="0"/>
              <a:alpha val="2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IN" sz="1400" kern="1200" dirty="0" smtClean="0">
              <a:latin typeface="Candara" panose="020E0502030303020204" pitchFamily="34" charset="0"/>
            </a:rPr>
            <a:t>Removes all records from a table</a:t>
          </a:r>
          <a:endParaRPr lang="en-IN" sz="1400" kern="1200" dirty="0">
            <a:latin typeface="Candara" panose="020E0502030303020204" pitchFamily="34" charset="0"/>
          </a:endParaRPr>
        </a:p>
      </dsp:txBody>
      <dsp:txXfrm>
        <a:off x="4811461" y="2777196"/>
        <a:ext cx="3443354" cy="4535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99C7D-0C9E-4E39-93D6-894A344E86D1}">
      <dsp:nvSpPr>
        <dsp:cNvPr id="0" name=""/>
        <dsp:cNvSpPr/>
      </dsp:nvSpPr>
      <dsp:spPr>
        <a:xfrm>
          <a:off x="198300" y="718382"/>
          <a:ext cx="1216108" cy="608054"/>
        </a:xfrm>
        <a:prstGeom prst="roundRect">
          <a:avLst>
            <a:gd name="adj" fmla="val 10000"/>
          </a:avLst>
        </a:prstGeom>
        <a:solidFill>
          <a:schemeClr val="accent1">
            <a:lumMod val="7500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smtClean="0">
              <a:latin typeface="Candara" panose="020E0502030303020204" pitchFamily="34" charset="0"/>
            </a:rPr>
            <a:t>DCL</a:t>
          </a:r>
          <a:endParaRPr lang="en-IN" sz="1100" kern="1200">
            <a:latin typeface="Candara" panose="020E0502030303020204" pitchFamily="34" charset="0"/>
          </a:endParaRPr>
        </a:p>
      </dsp:txBody>
      <dsp:txXfrm>
        <a:off x="216109" y="736191"/>
        <a:ext cx="1180490" cy="572436"/>
      </dsp:txXfrm>
    </dsp:sp>
    <dsp:sp modelId="{678B9367-037B-4536-8A25-039B1F180678}">
      <dsp:nvSpPr>
        <dsp:cNvPr id="0" name=""/>
        <dsp:cNvSpPr/>
      </dsp:nvSpPr>
      <dsp:spPr>
        <a:xfrm rot="18742373">
          <a:off x="1296742" y="729032"/>
          <a:ext cx="721776" cy="53525"/>
        </a:xfrm>
        <a:custGeom>
          <a:avLst/>
          <a:gdLst/>
          <a:ahLst/>
          <a:cxnLst/>
          <a:rect l="0" t="0" r="0" b="0"/>
          <a:pathLst>
            <a:path>
              <a:moveTo>
                <a:pt x="0" y="26762"/>
              </a:moveTo>
              <a:lnTo>
                <a:pt x="721776" y="267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1639586" y="737750"/>
        <a:ext cx="36088" cy="36088"/>
      </dsp:txXfrm>
    </dsp:sp>
    <dsp:sp modelId="{F87CB410-4131-49CC-81FB-521FD8BBB97F}">
      <dsp:nvSpPr>
        <dsp:cNvPr id="0" name=""/>
        <dsp:cNvSpPr/>
      </dsp:nvSpPr>
      <dsp:spPr>
        <a:xfrm>
          <a:off x="1900852" y="185152"/>
          <a:ext cx="1216108" cy="608054"/>
        </a:xfrm>
        <a:prstGeom prst="roundRect">
          <a:avLst>
            <a:gd name="adj" fmla="val 10000"/>
          </a:avLst>
        </a:prstGeom>
        <a:solidFill>
          <a:schemeClr val="accent1">
            <a:lumMod val="7500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smtClean="0">
              <a:latin typeface="Candara" panose="020E0502030303020204" pitchFamily="34" charset="0"/>
            </a:rPr>
            <a:t>GRANT</a:t>
          </a:r>
          <a:endParaRPr lang="en-IN" sz="1100" kern="1200" dirty="0">
            <a:latin typeface="Candara" panose="020E0502030303020204" pitchFamily="34" charset="0"/>
          </a:endParaRPr>
        </a:p>
      </dsp:txBody>
      <dsp:txXfrm>
        <a:off x="1918661" y="202961"/>
        <a:ext cx="1180490" cy="572436"/>
      </dsp:txXfrm>
    </dsp:sp>
    <dsp:sp modelId="{4181390F-448F-4115-9F51-3A119EA8EFD5}">
      <dsp:nvSpPr>
        <dsp:cNvPr id="0" name=""/>
        <dsp:cNvSpPr/>
      </dsp:nvSpPr>
      <dsp:spPr>
        <a:xfrm>
          <a:off x="3116961" y="462417"/>
          <a:ext cx="486443" cy="53525"/>
        </a:xfrm>
        <a:custGeom>
          <a:avLst/>
          <a:gdLst/>
          <a:ahLst/>
          <a:cxnLst/>
          <a:rect l="0" t="0" r="0" b="0"/>
          <a:pathLst>
            <a:path>
              <a:moveTo>
                <a:pt x="0" y="26762"/>
              </a:moveTo>
              <a:lnTo>
                <a:pt x="486443" y="267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3348021" y="477018"/>
        <a:ext cx="24322" cy="24322"/>
      </dsp:txXfrm>
    </dsp:sp>
    <dsp:sp modelId="{19B33723-30D0-4B44-85F0-2346A5B0EFEC}">
      <dsp:nvSpPr>
        <dsp:cNvPr id="0" name=""/>
        <dsp:cNvSpPr/>
      </dsp:nvSpPr>
      <dsp:spPr>
        <a:xfrm>
          <a:off x="3603404" y="1553"/>
          <a:ext cx="2905210" cy="975252"/>
        </a:xfrm>
        <a:prstGeom prst="roundRect">
          <a:avLst>
            <a:gd name="adj" fmla="val 10000"/>
          </a:avLst>
        </a:prstGeom>
        <a:solidFill>
          <a:schemeClr val="accent1">
            <a:lumMod val="7500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IN" sz="1100" kern="1200" dirty="0" smtClean="0">
              <a:latin typeface="Candara" panose="020E0502030303020204" pitchFamily="34" charset="0"/>
            </a:rPr>
            <a:t>Gives a user access privileges to the database</a:t>
          </a:r>
          <a:endParaRPr lang="en-IN" sz="1100" kern="1200" dirty="0">
            <a:latin typeface="Candara" panose="020E0502030303020204" pitchFamily="34" charset="0"/>
          </a:endParaRPr>
        </a:p>
      </dsp:txBody>
      <dsp:txXfrm>
        <a:off x="3631968" y="30117"/>
        <a:ext cx="2848082" cy="918124"/>
      </dsp:txXfrm>
    </dsp:sp>
    <dsp:sp modelId="{2DEE3B8C-81A5-463D-91BC-0E2968810495}">
      <dsp:nvSpPr>
        <dsp:cNvPr id="0" name=""/>
        <dsp:cNvSpPr/>
      </dsp:nvSpPr>
      <dsp:spPr>
        <a:xfrm rot="2857627">
          <a:off x="1296742" y="1262262"/>
          <a:ext cx="721776" cy="53525"/>
        </a:xfrm>
        <a:custGeom>
          <a:avLst/>
          <a:gdLst/>
          <a:ahLst/>
          <a:cxnLst/>
          <a:rect l="0" t="0" r="0" b="0"/>
          <a:pathLst>
            <a:path>
              <a:moveTo>
                <a:pt x="0" y="26762"/>
              </a:moveTo>
              <a:lnTo>
                <a:pt x="721776" y="267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1639586" y="1270980"/>
        <a:ext cx="36088" cy="36088"/>
      </dsp:txXfrm>
    </dsp:sp>
    <dsp:sp modelId="{7D53B381-929C-41C5-9237-5C5F0F7116DE}">
      <dsp:nvSpPr>
        <dsp:cNvPr id="0" name=""/>
        <dsp:cNvSpPr/>
      </dsp:nvSpPr>
      <dsp:spPr>
        <a:xfrm>
          <a:off x="1900852" y="1251613"/>
          <a:ext cx="1216108" cy="608054"/>
        </a:xfrm>
        <a:prstGeom prst="roundRect">
          <a:avLst>
            <a:gd name="adj" fmla="val 10000"/>
          </a:avLst>
        </a:prstGeom>
        <a:solidFill>
          <a:schemeClr val="accent1">
            <a:lumMod val="7500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smtClean="0">
              <a:latin typeface="Candara" panose="020E0502030303020204" pitchFamily="34" charset="0"/>
            </a:rPr>
            <a:t>REVOKE</a:t>
          </a:r>
          <a:endParaRPr lang="en-IN" sz="1100" kern="1200" dirty="0">
            <a:latin typeface="Candara" panose="020E0502030303020204" pitchFamily="34" charset="0"/>
          </a:endParaRPr>
        </a:p>
      </dsp:txBody>
      <dsp:txXfrm>
        <a:off x="1918661" y="1269422"/>
        <a:ext cx="1180490" cy="572436"/>
      </dsp:txXfrm>
    </dsp:sp>
    <dsp:sp modelId="{4CAEA931-1E89-4AE5-9C45-BD40A08D8B7F}">
      <dsp:nvSpPr>
        <dsp:cNvPr id="0" name=""/>
        <dsp:cNvSpPr/>
      </dsp:nvSpPr>
      <dsp:spPr>
        <a:xfrm>
          <a:off x="3116961" y="1528877"/>
          <a:ext cx="486443" cy="53525"/>
        </a:xfrm>
        <a:custGeom>
          <a:avLst/>
          <a:gdLst/>
          <a:ahLst/>
          <a:cxnLst/>
          <a:rect l="0" t="0" r="0" b="0"/>
          <a:pathLst>
            <a:path>
              <a:moveTo>
                <a:pt x="0" y="26762"/>
              </a:moveTo>
              <a:lnTo>
                <a:pt x="486443" y="267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3348021" y="1543479"/>
        <a:ext cx="24322" cy="24322"/>
      </dsp:txXfrm>
    </dsp:sp>
    <dsp:sp modelId="{5D575BBE-9382-44D6-A5B0-D460F057CAA4}">
      <dsp:nvSpPr>
        <dsp:cNvPr id="0" name=""/>
        <dsp:cNvSpPr/>
      </dsp:nvSpPr>
      <dsp:spPr>
        <a:xfrm>
          <a:off x="3603404" y="1068014"/>
          <a:ext cx="2905210" cy="975252"/>
        </a:xfrm>
        <a:prstGeom prst="roundRect">
          <a:avLst>
            <a:gd name="adj" fmla="val 10000"/>
          </a:avLst>
        </a:prstGeom>
        <a:solidFill>
          <a:schemeClr val="accent1">
            <a:lumMod val="75000"/>
            <a:alpha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IN" sz="1100" kern="1200" smtClean="0">
              <a:latin typeface="Candara" panose="020E0502030303020204" pitchFamily="34" charset="0"/>
            </a:rPr>
            <a:t>Withdraws access privileges previously given</a:t>
          </a:r>
          <a:endParaRPr lang="en-IN" sz="1100" kern="1200" dirty="0">
            <a:latin typeface="Candara" panose="020E0502030303020204" pitchFamily="34" charset="0"/>
          </a:endParaRPr>
        </a:p>
      </dsp:txBody>
      <dsp:txXfrm>
        <a:off x="3631968" y="1096578"/>
        <a:ext cx="2848082" cy="91812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99C7D-0C9E-4E39-93D6-894A344E86D1}">
      <dsp:nvSpPr>
        <dsp:cNvPr id="0" name=""/>
        <dsp:cNvSpPr/>
      </dsp:nvSpPr>
      <dsp:spPr>
        <a:xfrm>
          <a:off x="3533" y="1169434"/>
          <a:ext cx="1066918" cy="646470"/>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Candara" panose="020E0502030303020204" pitchFamily="34" charset="0"/>
            </a:rPr>
            <a:t>TCL</a:t>
          </a:r>
          <a:endParaRPr lang="en-IN" sz="1200" kern="1200" dirty="0">
            <a:latin typeface="Candara" panose="020E0502030303020204" pitchFamily="34" charset="0"/>
          </a:endParaRPr>
        </a:p>
      </dsp:txBody>
      <dsp:txXfrm>
        <a:off x="22467" y="1188368"/>
        <a:ext cx="1029050" cy="608602"/>
      </dsp:txXfrm>
    </dsp:sp>
    <dsp:sp modelId="{5D910437-A6E4-479D-832E-81FCA6B77D91}">
      <dsp:nvSpPr>
        <dsp:cNvPr id="0" name=""/>
        <dsp:cNvSpPr/>
      </dsp:nvSpPr>
      <dsp:spPr>
        <a:xfrm rot="17388600">
          <a:off x="752547" y="1027970"/>
          <a:ext cx="961748" cy="24565"/>
        </a:xfrm>
        <a:custGeom>
          <a:avLst/>
          <a:gdLst/>
          <a:ahLst/>
          <a:cxnLst/>
          <a:rect l="0" t="0" r="0" b="0"/>
          <a:pathLst>
            <a:path>
              <a:moveTo>
                <a:pt x="0" y="12282"/>
              </a:moveTo>
              <a:lnTo>
                <a:pt x="961748" y="122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1209377" y="1016209"/>
        <a:ext cx="48087" cy="48087"/>
      </dsp:txXfrm>
    </dsp:sp>
    <dsp:sp modelId="{DD12AA0A-68D8-44D5-AD21-77986FD31EEA}">
      <dsp:nvSpPr>
        <dsp:cNvPr id="0" name=""/>
        <dsp:cNvSpPr/>
      </dsp:nvSpPr>
      <dsp:spPr>
        <a:xfrm>
          <a:off x="1396390" y="238419"/>
          <a:ext cx="1227801" cy="698832"/>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Candara" panose="020E0502030303020204" pitchFamily="34" charset="0"/>
            </a:rPr>
            <a:t>COMMIT</a:t>
          </a:r>
          <a:endParaRPr lang="en-IN" sz="1200" kern="1200" dirty="0">
            <a:latin typeface="Candara" panose="020E0502030303020204" pitchFamily="34" charset="0"/>
          </a:endParaRPr>
        </a:p>
      </dsp:txBody>
      <dsp:txXfrm>
        <a:off x="1416858" y="258887"/>
        <a:ext cx="1186865" cy="657896"/>
      </dsp:txXfrm>
    </dsp:sp>
    <dsp:sp modelId="{8460A001-F736-462E-AB7C-C4C85D92D14A}">
      <dsp:nvSpPr>
        <dsp:cNvPr id="0" name=""/>
        <dsp:cNvSpPr/>
      </dsp:nvSpPr>
      <dsp:spPr>
        <a:xfrm rot="55429">
          <a:off x="2624171" y="578181"/>
          <a:ext cx="325980" cy="24565"/>
        </a:xfrm>
        <a:custGeom>
          <a:avLst/>
          <a:gdLst/>
          <a:ahLst/>
          <a:cxnLst/>
          <a:rect l="0" t="0" r="0" b="0"/>
          <a:pathLst>
            <a:path>
              <a:moveTo>
                <a:pt x="0" y="12282"/>
              </a:moveTo>
              <a:lnTo>
                <a:pt x="325980" y="122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79012" y="582314"/>
        <a:ext cx="16299" cy="16299"/>
      </dsp:txXfrm>
    </dsp:sp>
    <dsp:sp modelId="{C27142A5-78EC-4866-A7F9-AA44D33D1F75}">
      <dsp:nvSpPr>
        <dsp:cNvPr id="0" name=""/>
        <dsp:cNvSpPr/>
      </dsp:nvSpPr>
      <dsp:spPr>
        <a:xfrm>
          <a:off x="2950130" y="173859"/>
          <a:ext cx="4111044" cy="838464"/>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kern="1200" dirty="0" smtClean="0">
              <a:latin typeface="Candara" panose="020E0502030303020204" pitchFamily="34" charset="0"/>
            </a:rPr>
            <a:t>Saves all changes made during the current transaction permanently</a:t>
          </a:r>
          <a:endParaRPr lang="en-IN" sz="1200" kern="1200" dirty="0">
            <a:latin typeface="Candara" panose="020E0502030303020204" pitchFamily="34" charset="0"/>
          </a:endParaRPr>
        </a:p>
      </dsp:txBody>
      <dsp:txXfrm>
        <a:off x="2974688" y="198417"/>
        <a:ext cx="4061928" cy="789348"/>
      </dsp:txXfrm>
    </dsp:sp>
    <dsp:sp modelId="{C71868F8-1011-467B-8E6D-8E2990A8D7D5}">
      <dsp:nvSpPr>
        <dsp:cNvPr id="0" name=""/>
        <dsp:cNvSpPr/>
      </dsp:nvSpPr>
      <dsp:spPr>
        <a:xfrm>
          <a:off x="1070452" y="1480386"/>
          <a:ext cx="325938" cy="24565"/>
        </a:xfrm>
        <a:custGeom>
          <a:avLst/>
          <a:gdLst/>
          <a:ahLst/>
          <a:cxnLst/>
          <a:rect l="0" t="0" r="0" b="0"/>
          <a:pathLst>
            <a:path>
              <a:moveTo>
                <a:pt x="0" y="12282"/>
              </a:moveTo>
              <a:lnTo>
                <a:pt x="325938" y="122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1225273" y="1484521"/>
        <a:ext cx="16296" cy="16296"/>
      </dsp:txXfrm>
    </dsp:sp>
    <dsp:sp modelId="{230C7453-0B80-490E-84B5-F7121886665F}">
      <dsp:nvSpPr>
        <dsp:cNvPr id="0" name=""/>
        <dsp:cNvSpPr/>
      </dsp:nvSpPr>
      <dsp:spPr>
        <a:xfrm>
          <a:off x="1396390" y="1143253"/>
          <a:ext cx="1227801" cy="698832"/>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Candara" panose="020E0502030303020204" pitchFamily="34" charset="0"/>
            </a:rPr>
            <a:t>ROLLBACK</a:t>
          </a:r>
          <a:endParaRPr lang="en-IN" sz="1200" kern="1200" dirty="0">
            <a:latin typeface="Candara" panose="020E0502030303020204" pitchFamily="34" charset="0"/>
          </a:endParaRPr>
        </a:p>
      </dsp:txBody>
      <dsp:txXfrm>
        <a:off x="1416858" y="1163721"/>
        <a:ext cx="1186865" cy="657896"/>
      </dsp:txXfrm>
    </dsp:sp>
    <dsp:sp modelId="{7B4E2664-CB26-4A7A-B7DA-6E244EDE73FF}">
      <dsp:nvSpPr>
        <dsp:cNvPr id="0" name=""/>
        <dsp:cNvSpPr/>
      </dsp:nvSpPr>
      <dsp:spPr>
        <a:xfrm>
          <a:off x="2624192" y="1480386"/>
          <a:ext cx="325938" cy="24565"/>
        </a:xfrm>
        <a:custGeom>
          <a:avLst/>
          <a:gdLst/>
          <a:ahLst/>
          <a:cxnLst/>
          <a:rect l="0" t="0" r="0" b="0"/>
          <a:pathLst>
            <a:path>
              <a:moveTo>
                <a:pt x="0" y="12282"/>
              </a:moveTo>
              <a:lnTo>
                <a:pt x="325938" y="122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79013" y="1484521"/>
        <a:ext cx="16296" cy="16296"/>
      </dsp:txXfrm>
    </dsp:sp>
    <dsp:sp modelId="{9B1F2FB1-4293-4C13-8C91-B788D4E0D058}">
      <dsp:nvSpPr>
        <dsp:cNvPr id="0" name=""/>
        <dsp:cNvSpPr/>
      </dsp:nvSpPr>
      <dsp:spPr>
        <a:xfrm>
          <a:off x="2950130" y="1073437"/>
          <a:ext cx="4111044" cy="838464"/>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kern="1200" dirty="0" smtClean="0">
              <a:latin typeface="Candara" panose="020E0502030303020204" pitchFamily="34" charset="0"/>
            </a:rPr>
            <a:t>Undoes changes made during the current transaction if an error occurs</a:t>
          </a:r>
          <a:endParaRPr lang="en-IN" sz="1200" kern="1200" dirty="0">
            <a:latin typeface="Candara" panose="020E0502030303020204" pitchFamily="34" charset="0"/>
          </a:endParaRPr>
        </a:p>
      </dsp:txBody>
      <dsp:txXfrm>
        <a:off x="2974688" y="1097995"/>
        <a:ext cx="4061928" cy="789348"/>
      </dsp:txXfrm>
    </dsp:sp>
    <dsp:sp modelId="{AFEFC928-AAA8-4371-93A1-8699D03AC641}">
      <dsp:nvSpPr>
        <dsp:cNvPr id="0" name=""/>
        <dsp:cNvSpPr/>
      </dsp:nvSpPr>
      <dsp:spPr>
        <a:xfrm rot="4205001">
          <a:off x="755018" y="1930175"/>
          <a:ext cx="956805" cy="24565"/>
        </a:xfrm>
        <a:custGeom>
          <a:avLst/>
          <a:gdLst/>
          <a:ahLst/>
          <a:cxnLst/>
          <a:rect l="0" t="0" r="0" b="0"/>
          <a:pathLst>
            <a:path>
              <a:moveTo>
                <a:pt x="0" y="12282"/>
              </a:moveTo>
              <a:lnTo>
                <a:pt x="956805" y="122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488950">
            <a:lnSpc>
              <a:spcPct val="90000"/>
            </a:lnSpc>
            <a:spcBef>
              <a:spcPct val="0"/>
            </a:spcBef>
            <a:spcAft>
              <a:spcPct val="35000"/>
            </a:spcAft>
          </a:pPr>
          <a:endParaRPr lang="en-US" sz="1100" kern="1200">
            <a:latin typeface="Candara" panose="020E0502030303020204" pitchFamily="34" charset="0"/>
          </a:endParaRPr>
        </a:p>
      </dsp:txBody>
      <dsp:txXfrm>
        <a:off x="1209501" y="1918538"/>
        <a:ext cx="47840" cy="47840"/>
      </dsp:txXfrm>
    </dsp:sp>
    <dsp:sp modelId="{1B8890E1-6090-4FB6-A0AE-AEDAA0694242}">
      <dsp:nvSpPr>
        <dsp:cNvPr id="0" name=""/>
        <dsp:cNvSpPr/>
      </dsp:nvSpPr>
      <dsp:spPr>
        <a:xfrm>
          <a:off x="1396390" y="2042831"/>
          <a:ext cx="1227801" cy="698832"/>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latin typeface="Candara" panose="020E0502030303020204" pitchFamily="34" charset="0"/>
            </a:rPr>
            <a:t>SAVEPOINT</a:t>
          </a:r>
          <a:endParaRPr lang="en-IN" sz="1200" kern="1200" dirty="0">
            <a:latin typeface="Candara" panose="020E0502030303020204" pitchFamily="34" charset="0"/>
          </a:endParaRPr>
        </a:p>
      </dsp:txBody>
      <dsp:txXfrm>
        <a:off x="1416858" y="2063299"/>
        <a:ext cx="1186865" cy="657896"/>
      </dsp:txXfrm>
    </dsp:sp>
    <dsp:sp modelId="{C8B532D9-F2A8-4866-BAF1-319D96442994}">
      <dsp:nvSpPr>
        <dsp:cNvPr id="0" name=""/>
        <dsp:cNvSpPr/>
      </dsp:nvSpPr>
      <dsp:spPr>
        <a:xfrm>
          <a:off x="2624192" y="2379964"/>
          <a:ext cx="325938" cy="24565"/>
        </a:xfrm>
        <a:custGeom>
          <a:avLst/>
          <a:gdLst/>
          <a:ahLst/>
          <a:cxnLst/>
          <a:rect l="0" t="0" r="0" b="0"/>
          <a:pathLst>
            <a:path>
              <a:moveTo>
                <a:pt x="0" y="12282"/>
              </a:moveTo>
              <a:lnTo>
                <a:pt x="325938" y="1228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79013" y="2384098"/>
        <a:ext cx="16296" cy="16296"/>
      </dsp:txXfrm>
    </dsp:sp>
    <dsp:sp modelId="{97B86EB4-6921-4582-AB1C-211E9EAD6B0B}">
      <dsp:nvSpPr>
        <dsp:cNvPr id="0" name=""/>
        <dsp:cNvSpPr/>
      </dsp:nvSpPr>
      <dsp:spPr>
        <a:xfrm>
          <a:off x="2950130" y="1973015"/>
          <a:ext cx="4111044" cy="838464"/>
        </a:xfrm>
        <a:prstGeom prst="roundRect">
          <a:avLst>
            <a:gd name="adj" fmla="val 10000"/>
          </a:avLst>
        </a:prstGeom>
        <a:solidFill>
          <a:schemeClr val="accent1">
            <a:hueOff val="0"/>
            <a:satOff val="0"/>
            <a:lumOff val="0"/>
            <a:alpha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IN" sz="1200" kern="1200" smtClean="0">
              <a:latin typeface="Candara" panose="020E0502030303020204" pitchFamily="34" charset="0"/>
            </a:rPr>
            <a:t>Sets a point within a transaction to which you can roll back later</a:t>
          </a:r>
          <a:endParaRPr lang="en-IN" sz="1200" kern="1200" dirty="0">
            <a:latin typeface="Candara" panose="020E0502030303020204" pitchFamily="34" charset="0"/>
          </a:endParaRPr>
        </a:p>
      </dsp:txBody>
      <dsp:txXfrm>
        <a:off x="2974688" y="1997573"/>
        <a:ext cx="4061928" cy="789348"/>
      </dsp:txXfrm>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4.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5.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6.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F230D43-1146-4247-888F-D1F38BDFF702}"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1477949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230D43-1146-4247-888F-D1F38BDFF702}"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1245357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F230D43-1146-4247-888F-D1F38BDFF702}"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1963585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F230D43-1146-4247-888F-D1F38BDFF702}"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4076746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F230D43-1146-4247-888F-D1F38BDFF702}" type="datetimeFigureOut">
              <a:rPr lang="en-IN" smtClean="0"/>
              <a:t>15-06-2026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2780543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F230D43-1146-4247-888F-D1F38BDFF702}" type="datetimeFigureOut">
              <a:rPr lang="en-IN" smtClean="0"/>
              <a:t>15-06-2026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3014550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230D43-1146-4247-888F-D1F38BDFF702}" type="datetimeFigureOut">
              <a:rPr lang="en-IN" smtClean="0"/>
              <a:t>15-06-2026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2439601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230D43-1146-4247-888F-D1F38BDFF702}"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2381602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230D43-1146-4247-888F-D1F38BDFF702}"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3168637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230D43-1146-4247-888F-D1F38BDFF702}"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4206542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230D43-1146-4247-888F-D1F38BDFF702}"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9F0B42-7DEA-4B9C-A2D8-E547ED7C7792}" type="slidenum">
              <a:rPr lang="en-IN" smtClean="0"/>
              <a:t>‹#›</a:t>
            </a:fld>
            <a:endParaRPr lang="en-IN"/>
          </a:p>
        </p:txBody>
      </p:sp>
    </p:spTree>
    <p:extLst>
      <p:ext uri="{BB962C8B-B14F-4D97-AF65-F5344CB8AC3E}">
        <p14:creationId xmlns:p14="http://schemas.microsoft.com/office/powerpoint/2010/main" val="37039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230D43-1146-4247-888F-D1F38BDFF702}" type="datetimeFigureOut">
              <a:rPr lang="en-IN" smtClean="0"/>
              <a:t>15-06-2026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9F0B42-7DEA-4B9C-A2D8-E547ED7C7792}" type="slidenum">
              <a:rPr lang="en-IN" smtClean="0"/>
              <a:t>‹#›</a:t>
            </a:fld>
            <a:endParaRPr lang="en-IN"/>
          </a:p>
        </p:txBody>
      </p:sp>
    </p:spTree>
    <p:extLst>
      <p:ext uri="{BB962C8B-B14F-4D97-AF65-F5344CB8AC3E}">
        <p14:creationId xmlns:p14="http://schemas.microsoft.com/office/powerpoint/2010/main" val="2124288908"/>
      </p:ext>
    </p:extLst>
  </p:cSld>
  <p:clrMap bg1="dk1" tx1="lt1" bg2="dk2"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26" Type="http://schemas.microsoft.com/office/2007/relationships/diagramDrawing" Target="../diagrams/drawing5.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5" Type="http://schemas.openxmlformats.org/officeDocument/2006/relationships/diagramColors" Target="../diagrams/colors5.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29" Type="http://schemas.openxmlformats.org/officeDocument/2006/relationships/diagramQuickStyle" Target="../diagrams/quickStyle6.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24" Type="http://schemas.openxmlformats.org/officeDocument/2006/relationships/diagramQuickStyle" Target="../diagrams/quickStyle5.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diagramLayout" Target="../diagrams/layout5.xml"/><Relationship Id="rId28" Type="http://schemas.openxmlformats.org/officeDocument/2006/relationships/diagramLayout" Target="../diagrams/layout6.xml"/><Relationship Id="rId10" Type="http://schemas.openxmlformats.org/officeDocument/2006/relationships/diagramColors" Target="../diagrams/colors2.xml"/><Relationship Id="rId19" Type="http://schemas.openxmlformats.org/officeDocument/2006/relationships/diagramQuickStyle" Target="../diagrams/quickStyle4.xml"/><Relationship Id="rId31" Type="http://schemas.microsoft.com/office/2007/relationships/diagramDrawing" Target="../diagrams/drawing6.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diagramData" Target="../diagrams/data5.xml"/><Relationship Id="rId27" Type="http://schemas.openxmlformats.org/officeDocument/2006/relationships/diagramData" Target="../diagrams/data6.xml"/><Relationship Id="rId30" Type="http://schemas.openxmlformats.org/officeDocument/2006/relationships/diagramColors" Target="../diagrams/colors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diagramData" Target="../diagrams/data9.xml"/><Relationship Id="rId2" Type="http://schemas.openxmlformats.org/officeDocument/2006/relationships/diagramData" Target="../diagrams/data7.xml"/><Relationship Id="rId16" Type="http://schemas.microsoft.com/office/2007/relationships/diagramDrawing" Target="../diagrams/drawing9.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5" Type="http://schemas.openxmlformats.org/officeDocument/2006/relationships/diagramColors" Target="../diagrams/colors9.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0967" y="143249"/>
            <a:ext cx="10932607" cy="1754326"/>
          </a:xfrm>
          <a:prstGeom prst="rect">
            <a:avLst/>
          </a:prstGeom>
        </p:spPr>
        <p:txBody>
          <a:bodyPr wrap="square">
            <a:spAutoFit/>
          </a:bodyPr>
          <a:lstStyle/>
          <a:p>
            <a:r>
              <a:rPr lang="en-US" b="1" dirty="0">
                <a:latin typeface="Candara" panose="020E0502030303020204" pitchFamily="34" charset="0"/>
              </a:rPr>
              <a:t>The Origin of SQL: Solving the Data Mess</a:t>
            </a:r>
          </a:p>
          <a:p>
            <a:r>
              <a:rPr lang="en-US" dirty="0" smtClean="0">
                <a:latin typeface="Candara" panose="020E0502030303020204" pitchFamily="34" charset="0"/>
              </a:rPr>
              <a:t>	Before </a:t>
            </a:r>
            <a:r>
              <a:rPr lang="en-US" dirty="0">
                <a:latin typeface="Candara" panose="020E0502030303020204" pitchFamily="34" charset="0"/>
              </a:rPr>
              <a:t>SQL, databases in the 1960s and early 1970s relied on </a:t>
            </a:r>
            <a:r>
              <a:rPr lang="en-US" b="1" dirty="0">
                <a:latin typeface="Candara" panose="020E0502030303020204" pitchFamily="34" charset="0"/>
              </a:rPr>
              <a:t>hierarchical</a:t>
            </a:r>
            <a:r>
              <a:rPr lang="en-US" dirty="0">
                <a:latin typeface="Candara" panose="020E0502030303020204" pitchFamily="34" charset="0"/>
              </a:rPr>
              <a:t> or </a:t>
            </a:r>
            <a:r>
              <a:rPr lang="en-US" b="1" dirty="0">
                <a:latin typeface="Candara" panose="020E0502030303020204" pitchFamily="34" charset="0"/>
              </a:rPr>
              <a:t>network models</a:t>
            </a:r>
            <a:r>
              <a:rPr lang="en-US" dirty="0">
                <a:latin typeface="Candara" panose="020E0502030303020204" pitchFamily="34" charset="0"/>
              </a:rPr>
              <a:t> (like IBM's IMS). Data was stored in rigid tree structures where everything was linked by physical pointers.</a:t>
            </a:r>
          </a:p>
          <a:p>
            <a:r>
              <a:rPr lang="en-US" dirty="0">
                <a:latin typeface="Candara" panose="020E0502030303020204" pitchFamily="34" charset="0"/>
              </a:rPr>
              <a:t>To find a specific piece of information, programmers had to write complex, low-level procedural code to manually navigate the exact physical path where the data lived on the disk. If the database structure changed even slightly, the applications using it would break, requiring the code to be completely rewritten.</a:t>
            </a:r>
          </a:p>
        </p:txBody>
      </p:sp>
      <p:pic>
        <p:nvPicPr>
          <p:cNvPr id="7" name="Picture 6"/>
          <p:cNvPicPr>
            <a:picLocks noChangeAspect="1"/>
          </p:cNvPicPr>
          <p:nvPr/>
        </p:nvPicPr>
        <p:blipFill rotWithShape="1">
          <a:blip r:embed="rId2"/>
          <a:srcRect t="8954"/>
          <a:stretch/>
        </p:blipFill>
        <p:spPr>
          <a:xfrm>
            <a:off x="2240781" y="2984364"/>
            <a:ext cx="9334919" cy="3660268"/>
          </a:xfrm>
          <a:prstGeom prst="round1Rect">
            <a:avLst>
              <a:gd name="adj" fmla="val 30542"/>
            </a:avLst>
          </a:prstGeom>
        </p:spPr>
      </p:pic>
    </p:spTree>
    <p:extLst>
      <p:ext uri="{BB962C8B-B14F-4D97-AF65-F5344CB8AC3E}">
        <p14:creationId xmlns:p14="http://schemas.microsoft.com/office/powerpoint/2010/main" val="6223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311499" y="450163"/>
            <a:ext cx="108622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	SQL was developed in the early 1970s by IBM researchers </a:t>
            </a:r>
          </a:p>
          <a:p>
            <a:pPr marL="342900" marR="0" lvl="0" indent="-3429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Candara" panose="020E0502030303020204" pitchFamily="34" charset="0"/>
              </a:rPr>
              <a:t>Donald D. Chamberlin</a:t>
            </a:r>
            <a:r>
              <a:rPr kumimoji="0" lang="en-US" altLang="en-US" sz="2000" b="0" i="0" u="none" strike="noStrike" cap="none" normalizeH="0" baseline="0" dirty="0" smtClean="0">
                <a:ln>
                  <a:noFill/>
                </a:ln>
                <a:solidFill>
                  <a:schemeClr val="tx1"/>
                </a:solidFill>
                <a:effectLst/>
                <a:latin typeface="Candara" panose="020E0502030303020204" pitchFamily="34" charset="0"/>
              </a:rPr>
              <a:t> and </a:t>
            </a:r>
          </a:p>
          <a:p>
            <a:pPr marL="342900" marR="0" lvl="0" indent="-34290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Candara" panose="020E0502030303020204" pitchFamily="34" charset="0"/>
              </a:rPr>
              <a:t>Raymond F. Boyce</a:t>
            </a:r>
            <a:r>
              <a:rPr kumimoji="0" lang="en-US" altLang="en-US" sz="2000" b="0" i="0" u="none" strike="noStrike" cap="none" normalizeH="0" baseline="0" dirty="0" smtClean="0">
                <a:ln>
                  <a:noFill/>
                </a:ln>
                <a:solidFill>
                  <a:schemeClr val="tx1"/>
                </a:solidFill>
                <a:effectLst/>
                <a:latin typeface="Candara" panose="020E0502030303020204" pitchFamily="34" charset="0"/>
              </a:rPr>
              <a:t>, </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which organized data into clean tables instead of rigid, interconnected pointer networks.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	It was specifically created to shift database management from complex, low-level procedural programming</a:t>
            </a:r>
            <a:r>
              <a:rPr kumimoji="0" lang="en-US" altLang="en-US" sz="2000" b="0" i="0" u="none" strike="noStrike" cap="none" normalizeH="0" dirty="0" smtClean="0">
                <a:ln>
                  <a:noFill/>
                </a:ln>
                <a:solidFill>
                  <a:schemeClr val="tx1"/>
                </a:solidFill>
                <a:effectLst/>
                <a:latin typeface="Candara" panose="020E0502030303020204" pitchFamily="34" charset="0"/>
              </a:rPr>
              <a:t> </a:t>
            </a:r>
            <a:r>
              <a:rPr kumimoji="0" lang="en-US" altLang="en-US" sz="2000" b="0" i="0" u="none" strike="noStrike" cap="none" normalizeH="0" baseline="0" dirty="0" smtClean="0">
                <a:ln>
                  <a:noFill/>
                </a:ln>
                <a:solidFill>
                  <a:schemeClr val="tx1"/>
                </a:solidFill>
                <a:effectLst/>
                <a:latin typeface="Candara" panose="020E0502030303020204" pitchFamily="34" charset="0"/>
              </a:rPr>
              <a:t>into a </a:t>
            </a:r>
          </a:p>
          <a:p>
            <a:pPr marL="342900" marR="0" lvl="0" indent="-34290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human-readable, </a:t>
            </a:r>
          </a:p>
          <a:p>
            <a:pPr marL="342900" marR="0" lvl="0" indent="-34290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declarative </a:t>
            </a:r>
          </a:p>
          <a:p>
            <a:pPr marL="342900" marR="0" lvl="0" indent="-34290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English-like language (SELECT, INSERT, WHERE)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ndara" panose="020E0502030303020204" pitchFamily="34" charset="0"/>
              </a:rPr>
              <a:t>that allowed both developers and business professionals to easily query, secure, and manipulate data without needing to know its physical location on a disk. </a:t>
            </a:r>
          </a:p>
        </p:txBody>
      </p:sp>
    </p:spTree>
    <p:extLst>
      <p:ext uri="{BB962C8B-B14F-4D97-AF65-F5344CB8AC3E}">
        <p14:creationId xmlns:p14="http://schemas.microsoft.com/office/powerpoint/2010/main" val="133844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1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1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1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1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1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left)">
                                      <p:cBhvr>
                                        <p:cTn id="42" dur="1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wipe(left)">
                                      <p:cBhvr>
                                        <p:cTn id="47" dur="1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184"/>
          <a:stretch/>
        </p:blipFill>
        <p:spPr>
          <a:xfrm>
            <a:off x="264604" y="1266091"/>
            <a:ext cx="11757650" cy="5054322"/>
          </a:xfrm>
          <a:prstGeom prst="snipRoundRect">
            <a:avLst>
              <a:gd name="adj1" fmla="val 16667"/>
              <a:gd name="adj2" fmla="val 20262"/>
            </a:avLst>
          </a:prstGeom>
        </p:spPr>
      </p:pic>
    </p:spTree>
    <p:extLst>
      <p:ext uri="{BB962C8B-B14F-4D97-AF65-F5344CB8AC3E}">
        <p14:creationId xmlns:p14="http://schemas.microsoft.com/office/powerpoint/2010/main" val="175219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ysql - How to view table structure sql query? - Stack Overflow"/>
          <p:cNvPicPr>
            <a:picLocks noChangeAspect="1" noChangeArrowheads="1"/>
          </p:cNvPicPr>
          <p:nvPr/>
        </p:nvPicPr>
        <p:blipFill rotWithShape="1">
          <a:blip r:embed="rId2">
            <a:extLst>
              <a:ext uri="{28A0092B-C50C-407E-A947-70E740481C1C}">
                <a14:useLocalDpi xmlns:a14="http://schemas.microsoft.com/office/drawing/2010/main" val="0"/>
              </a:ext>
            </a:extLst>
          </a:blip>
          <a:srcRect t="131" r="28868" b="-1"/>
          <a:stretch/>
        </p:blipFill>
        <p:spPr bwMode="auto">
          <a:xfrm>
            <a:off x="235962" y="251207"/>
            <a:ext cx="6998852" cy="254935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Database schema: SQL schema examples and best pract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596" y="3304772"/>
            <a:ext cx="6183852" cy="32601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16650" y="251207"/>
            <a:ext cx="2552281" cy="369332"/>
          </a:xfrm>
          <a:prstGeom prst="rect">
            <a:avLst/>
          </a:prstGeom>
          <a:noFill/>
        </p:spPr>
        <p:txBody>
          <a:bodyPr wrap="square" rtlCol="0">
            <a:spAutoFit/>
          </a:bodyPr>
          <a:lstStyle/>
          <a:p>
            <a:r>
              <a:rPr lang="en-US" dirty="0" smtClean="0"/>
              <a:t>SQL Table Structure</a:t>
            </a:r>
            <a:endParaRPr lang="en-IN" dirty="0"/>
          </a:p>
        </p:txBody>
      </p:sp>
      <p:sp>
        <p:nvSpPr>
          <p:cNvPr id="7" name="TextBox 6"/>
          <p:cNvSpPr txBox="1"/>
          <p:nvPr/>
        </p:nvSpPr>
        <p:spPr>
          <a:xfrm>
            <a:off x="2459247" y="4750191"/>
            <a:ext cx="2552281" cy="646331"/>
          </a:xfrm>
          <a:prstGeom prst="rect">
            <a:avLst/>
          </a:prstGeom>
          <a:noFill/>
        </p:spPr>
        <p:txBody>
          <a:bodyPr wrap="square" rtlCol="0">
            <a:spAutoFit/>
          </a:bodyPr>
          <a:lstStyle/>
          <a:p>
            <a:r>
              <a:rPr lang="en-US" dirty="0" smtClean="0"/>
              <a:t>SQL Relational Table Structure</a:t>
            </a:r>
            <a:endParaRPr lang="en-IN" dirty="0"/>
          </a:p>
        </p:txBody>
      </p:sp>
    </p:spTree>
    <p:extLst>
      <p:ext uri="{BB962C8B-B14F-4D97-AF65-F5344CB8AC3E}">
        <p14:creationId xmlns:p14="http://schemas.microsoft.com/office/powerpoint/2010/main" val="148597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wipe(left)">
                                      <p:cBhvr>
                                        <p:cTn id="12" dur="1500"/>
                                        <p:tgtEl>
                                          <p:spTgt spid="40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00"/>
                                        </p:tgtEl>
                                        <p:attrNameLst>
                                          <p:attrName>style.visibility</p:attrName>
                                        </p:attrNameLst>
                                      </p:cBhvr>
                                      <p:to>
                                        <p:strVal val="visible"/>
                                      </p:to>
                                    </p:set>
                                    <p:animEffect transition="in" filter="wipe(left)">
                                      <p:cBhvr>
                                        <p:cTn id="22" dur="1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912" y="547361"/>
            <a:ext cx="9512440" cy="3139321"/>
          </a:xfrm>
          <a:prstGeom prst="rect">
            <a:avLst/>
          </a:prstGeom>
        </p:spPr>
        <p:txBody>
          <a:bodyPr wrap="square">
            <a:spAutoFit/>
          </a:bodyPr>
          <a:lstStyle/>
          <a:p>
            <a:r>
              <a:rPr lang="en-IN" dirty="0">
                <a:latin typeface="Courier New" panose="02070309020205020404" pitchFamily="49" charset="0"/>
                <a:cs typeface="Courier New" panose="02070309020205020404" pitchFamily="49" charset="0"/>
              </a:rPr>
              <a:t>CREATE TABLE </a:t>
            </a:r>
            <a:r>
              <a:rPr lang="en-IN" dirty="0" smtClean="0">
                <a:latin typeface="Courier New" panose="02070309020205020404" pitchFamily="49" charset="0"/>
                <a:cs typeface="Courier New" panose="02070309020205020404" pitchFamily="49" charset="0"/>
              </a:rPr>
              <a:t>Cust1 </a:t>
            </a:r>
            <a:r>
              <a:rPr lang="en-IN" dirty="0">
                <a:latin typeface="Courier New" panose="02070309020205020404" pitchFamily="49" charset="0"/>
                <a:cs typeface="Courier New" panose="02070309020205020404" pitchFamily="49" charset="0"/>
              </a:rPr>
              <a:t>(</a:t>
            </a:r>
          </a:p>
          <a:p>
            <a:r>
              <a:rPr lang="en-IN" dirty="0">
                <a:latin typeface="Courier New" panose="02070309020205020404" pitchFamily="49" charset="0"/>
                <a:cs typeface="Courier New" panose="02070309020205020404" pitchFamily="49" charset="0"/>
              </a:rPr>
              <a:t>    </a:t>
            </a:r>
            <a:r>
              <a:rPr lang="en-IN" dirty="0" err="1" smtClean="0">
                <a:latin typeface="Courier New" panose="02070309020205020404" pitchFamily="49" charset="0"/>
                <a:cs typeface="Courier New" panose="02070309020205020404" pitchFamily="49" charset="0"/>
              </a:rPr>
              <a:t>CustID</a:t>
            </a:r>
            <a:r>
              <a:rPr lang="en-IN" dirty="0" smtClean="0">
                <a:latin typeface="Courier New" panose="02070309020205020404" pitchFamily="49" charset="0"/>
                <a:cs typeface="Courier New" panose="02070309020205020404" pitchFamily="49" charset="0"/>
              </a:rPr>
              <a:t> </a:t>
            </a:r>
            <a:r>
              <a:rPr lang="en-IN" dirty="0">
                <a:latin typeface="Courier New" panose="02070309020205020404" pitchFamily="49" charset="0"/>
                <a:cs typeface="Courier New" panose="02070309020205020404" pitchFamily="49" charset="0"/>
              </a:rPr>
              <a:t>INT PRIMARY KEY,</a:t>
            </a:r>
          </a:p>
          <a:p>
            <a:r>
              <a:rPr lang="en-IN" dirty="0">
                <a:latin typeface="Courier New" panose="02070309020205020404" pitchFamily="49" charset="0"/>
                <a:cs typeface="Courier New" panose="02070309020205020404" pitchFamily="49" charset="0"/>
              </a:rPr>
              <a:t>    </a:t>
            </a:r>
            <a:r>
              <a:rPr lang="en-IN" dirty="0" err="1">
                <a:latin typeface="Courier New" panose="02070309020205020404" pitchFamily="49" charset="0"/>
                <a:cs typeface="Courier New" panose="02070309020205020404" pitchFamily="49" charset="0"/>
              </a:rPr>
              <a:t>FirstName</a:t>
            </a:r>
            <a:r>
              <a:rPr lang="en-IN" dirty="0">
                <a:latin typeface="Courier New" panose="02070309020205020404" pitchFamily="49" charset="0"/>
                <a:cs typeface="Courier New" panose="02070309020205020404" pitchFamily="49" charset="0"/>
              </a:rPr>
              <a:t> VARCHAR(50),</a:t>
            </a:r>
          </a:p>
          <a:p>
            <a:r>
              <a:rPr lang="en-IN" dirty="0">
                <a:latin typeface="Courier New" panose="02070309020205020404" pitchFamily="49" charset="0"/>
                <a:cs typeface="Courier New" panose="02070309020205020404" pitchFamily="49" charset="0"/>
              </a:rPr>
              <a:t> </a:t>
            </a:r>
            <a:r>
              <a:rPr lang="en-IN" dirty="0" smtClean="0">
                <a:latin typeface="Courier New" panose="02070309020205020404" pitchFamily="49" charset="0"/>
                <a:cs typeface="Courier New" panose="02070309020205020404" pitchFamily="49" charset="0"/>
              </a:rPr>
              <a:t>   Country </a:t>
            </a:r>
            <a:r>
              <a:rPr lang="en-IN" dirty="0">
                <a:latin typeface="Courier New" panose="02070309020205020404" pitchFamily="49" charset="0"/>
                <a:cs typeface="Courier New" panose="02070309020205020404" pitchFamily="49" charset="0"/>
              </a:rPr>
              <a:t>VARCHAR(50)</a:t>
            </a:r>
          </a:p>
          <a:p>
            <a:r>
              <a:rPr lang="en-IN" dirty="0">
                <a:latin typeface="Courier New" panose="02070309020205020404" pitchFamily="49" charset="0"/>
                <a:cs typeface="Courier New" panose="02070309020205020404" pitchFamily="49" charset="0"/>
              </a:rPr>
              <a:t>);</a:t>
            </a:r>
          </a:p>
          <a:p>
            <a:endParaRPr lang="en-IN" dirty="0">
              <a:latin typeface="Courier New" panose="02070309020205020404" pitchFamily="49" charset="0"/>
              <a:cs typeface="Courier New" panose="02070309020205020404" pitchFamily="49" charset="0"/>
            </a:endParaRPr>
          </a:p>
          <a:p>
            <a:r>
              <a:rPr lang="en-IN" dirty="0">
                <a:latin typeface="Courier New" panose="02070309020205020404" pitchFamily="49" charset="0"/>
                <a:cs typeface="Courier New" panose="02070309020205020404" pitchFamily="49" charset="0"/>
              </a:rPr>
              <a:t>-- Inserting the data into the table</a:t>
            </a:r>
          </a:p>
          <a:p>
            <a:r>
              <a:rPr lang="en-IN" dirty="0">
                <a:latin typeface="Courier New" panose="02070309020205020404" pitchFamily="49" charset="0"/>
                <a:cs typeface="Courier New" panose="02070309020205020404" pitchFamily="49" charset="0"/>
              </a:rPr>
              <a:t>INSERT INTO Customers (</a:t>
            </a:r>
            <a:r>
              <a:rPr lang="en-IN" dirty="0" err="1">
                <a:latin typeface="Courier New" panose="02070309020205020404" pitchFamily="49" charset="0"/>
                <a:cs typeface="Courier New" panose="02070309020205020404" pitchFamily="49" charset="0"/>
              </a:rPr>
              <a:t>CustomerID</a:t>
            </a:r>
            <a:r>
              <a:rPr lang="en-IN" dirty="0">
                <a:latin typeface="Courier New" panose="02070309020205020404" pitchFamily="49" charset="0"/>
                <a:cs typeface="Courier New" panose="02070309020205020404" pitchFamily="49" charset="0"/>
              </a:rPr>
              <a:t>, </a:t>
            </a:r>
            <a:r>
              <a:rPr lang="en-IN" dirty="0" err="1">
                <a:latin typeface="Courier New" panose="02070309020205020404" pitchFamily="49" charset="0"/>
                <a:cs typeface="Courier New" panose="02070309020205020404" pitchFamily="49" charset="0"/>
              </a:rPr>
              <a:t>FirstName</a:t>
            </a:r>
            <a:r>
              <a:rPr lang="en-IN" dirty="0">
                <a:latin typeface="Courier New" panose="02070309020205020404" pitchFamily="49" charset="0"/>
                <a:cs typeface="Courier New" panose="02070309020205020404" pitchFamily="49" charset="0"/>
              </a:rPr>
              <a:t>, Email, Country) VALUES</a:t>
            </a:r>
          </a:p>
          <a:p>
            <a:r>
              <a:rPr lang="en-IN" dirty="0">
                <a:latin typeface="Courier New" panose="02070309020205020404" pitchFamily="49" charset="0"/>
                <a:cs typeface="Courier New" panose="02070309020205020404" pitchFamily="49" charset="0"/>
              </a:rPr>
              <a:t>(1, 'Alice', </a:t>
            </a:r>
            <a:r>
              <a:rPr lang="en-IN" dirty="0" smtClean="0">
                <a:latin typeface="Courier New" panose="02070309020205020404" pitchFamily="49" charset="0"/>
                <a:cs typeface="Courier New" panose="02070309020205020404" pitchFamily="49" charset="0"/>
              </a:rPr>
              <a:t>'USA</a:t>
            </a:r>
            <a:r>
              <a:rPr lang="en-IN" dirty="0">
                <a:latin typeface="Courier New" panose="02070309020205020404" pitchFamily="49" charset="0"/>
                <a:cs typeface="Courier New" panose="02070309020205020404" pitchFamily="49" charset="0"/>
              </a:rPr>
              <a:t>'),</a:t>
            </a:r>
          </a:p>
          <a:p>
            <a:r>
              <a:rPr lang="en-IN" dirty="0">
                <a:latin typeface="Courier New" panose="02070309020205020404" pitchFamily="49" charset="0"/>
                <a:cs typeface="Courier New" panose="02070309020205020404" pitchFamily="49" charset="0"/>
              </a:rPr>
              <a:t>(2, 'Bob', </a:t>
            </a:r>
            <a:r>
              <a:rPr lang="en-IN" dirty="0" smtClean="0">
                <a:latin typeface="Courier New" panose="02070309020205020404" pitchFamily="49" charset="0"/>
                <a:cs typeface="Courier New" panose="02070309020205020404" pitchFamily="49" charset="0"/>
              </a:rPr>
              <a:t>'UK</a:t>
            </a:r>
            <a:r>
              <a:rPr lang="en-IN" dirty="0">
                <a:latin typeface="Courier New" panose="02070309020205020404" pitchFamily="49" charset="0"/>
                <a:cs typeface="Courier New" panose="02070309020205020404" pitchFamily="49" charset="0"/>
              </a:rPr>
              <a:t>'),</a:t>
            </a:r>
          </a:p>
          <a:p>
            <a:r>
              <a:rPr lang="en-IN" dirty="0">
                <a:latin typeface="Courier New" panose="02070309020205020404" pitchFamily="49" charset="0"/>
                <a:cs typeface="Courier New" panose="02070309020205020404" pitchFamily="49" charset="0"/>
              </a:rPr>
              <a:t>(3, '</a:t>
            </a:r>
            <a:r>
              <a:rPr lang="en-IN" dirty="0" err="1">
                <a:latin typeface="Courier New" panose="02070309020205020404" pitchFamily="49" charset="0"/>
                <a:cs typeface="Courier New" panose="02070309020205020404" pitchFamily="49" charset="0"/>
              </a:rPr>
              <a:t>Charlie</a:t>
            </a:r>
            <a:r>
              <a:rPr lang="en-IN" dirty="0" err="1" smtClean="0">
                <a:latin typeface="Courier New" panose="02070309020205020404" pitchFamily="49" charset="0"/>
                <a:cs typeface="Courier New" panose="02070309020205020404" pitchFamily="49" charset="0"/>
              </a:rPr>
              <a:t>','Canada</a:t>
            </a:r>
            <a:r>
              <a:rPr lang="en-I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287368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10160" b="34698"/>
          <a:stretch/>
        </p:blipFill>
        <p:spPr>
          <a:xfrm>
            <a:off x="210818" y="248354"/>
            <a:ext cx="3786422" cy="6293122"/>
          </a:xfrm>
          <a:prstGeom prst="rect">
            <a:avLst/>
          </a:prstGeom>
        </p:spPr>
      </p:pic>
      <p:sp>
        <p:nvSpPr>
          <p:cNvPr id="6" name="Rectangle 1"/>
          <p:cNvSpPr>
            <a:spLocks noChangeArrowheads="1"/>
          </p:cNvSpPr>
          <p:nvPr/>
        </p:nvSpPr>
        <p:spPr bwMode="auto">
          <a:xfrm>
            <a:off x="4270549" y="1260222"/>
            <a:ext cx="77807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Candara" panose="020E0502030303020204" pitchFamily="34" charset="0"/>
              </a:rPr>
              <a:t>Databases:</a:t>
            </a:r>
            <a:r>
              <a:rPr kumimoji="0" lang="en-US" altLang="en-US" sz="1800" b="0" i="0" u="none" strike="noStrike" cap="none" normalizeH="0" baseline="0" dirty="0" smtClean="0">
                <a:ln>
                  <a:noFill/>
                </a:ln>
                <a:solidFill>
                  <a:schemeClr val="tx1"/>
                </a:solidFill>
                <a:effectLst/>
                <a:latin typeface="Candara" panose="020E0502030303020204" pitchFamily="34" charset="0"/>
              </a:rPr>
              <a:t> An organized digital container used to store, manage, and secure large amounts of structured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Candara" panose="020E0502030303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Candara" panose="020E0502030303020204" pitchFamily="34" charset="0"/>
              </a:rPr>
              <a:t>Tables:</a:t>
            </a:r>
            <a:r>
              <a:rPr kumimoji="0" lang="en-US" altLang="en-US" sz="1800" b="0" i="0" u="none" strike="noStrike" cap="none" normalizeH="0" baseline="0" dirty="0" smtClean="0">
                <a:ln>
                  <a:noFill/>
                </a:ln>
                <a:solidFill>
                  <a:schemeClr val="tx1"/>
                </a:solidFill>
                <a:effectLst/>
                <a:latin typeface="Candara" panose="020E0502030303020204" pitchFamily="34" charset="0"/>
              </a:rPr>
              <a:t> A structured grid within a database made up of vertical columns and horizontal rows used to group related information together.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Candara" panose="020E0502030303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Candara" panose="020E0502030303020204" pitchFamily="34" charset="0"/>
              </a:rPr>
              <a:t>Rows and Columns:</a:t>
            </a:r>
            <a:r>
              <a:rPr kumimoji="0" lang="en-US" altLang="en-US" sz="1800" b="0" i="0" u="none" strike="noStrike" cap="none" normalizeH="0" baseline="0" dirty="0" smtClean="0">
                <a:ln>
                  <a:noFill/>
                </a:ln>
                <a:solidFill>
                  <a:schemeClr val="tx1"/>
                </a:solidFill>
                <a:effectLst/>
                <a:latin typeface="Candara" panose="020E0502030303020204" pitchFamily="34" charset="0"/>
              </a:rPr>
              <a:t> The core building blocks of a table, where columns define the specific data categories (attributes) and rows contain the individual records (entries).</a:t>
            </a:r>
          </a:p>
        </p:txBody>
      </p:sp>
      <p:pic>
        <p:nvPicPr>
          <p:cNvPr id="7" name="Picture 6"/>
          <p:cNvPicPr>
            <a:picLocks noChangeAspect="1"/>
          </p:cNvPicPr>
          <p:nvPr/>
        </p:nvPicPr>
        <p:blipFill>
          <a:blip r:embed="rId3"/>
          <a:stretch>
            <a:fillRect/>
          </a:stretch>
        </p:blipFill>
        <p:spPr>
          <a:xfrm>
            <a:off x="4910071" y="4375796"/>
            <a:ext cx="5148329" cy="1890973"/>
          </a:xfrm>
          <a:prstGeom prst="rect">
            <a:avLst/>
          </a:prstGeom>
        </p:spPr>
      </p:pic>
    </p:spTree>
    <p:extLst>
      <p:ext uri="{BB962C8B-B14F-4D97-AF65-F5344CB8AC3E}">
        <p14:creationId xmlns:p14="http://schemas.microsoft.com/office/powerpoint/2010/main" val="336057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1531583542"/>
              </p:ext>
            </p:extLst>
          </p:nvPr>
        </p:nvGraphicFramePr>
        <p:xfrm>
          <a:off x="254000" y="156210"/>
          <a:ext cx="6096000" cy="121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ext uri="{D42A27DB-BD31-4B8C-83A1-F6EECF244321}">
                <p14:modId xmlns:p14="http://schemas.microsoft.com/office/powerpoint/2010/main" val="892406411"/>
              </p:ext>
            </p:extLst>
          </p:nvPr>
        </p:nvGraphicFramePr>
        <p:xfrm>
          <a:off x="254000" y="1454785"/>
          <a:ext cx="11267440" cy="1536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p:cNvGraphicFramePr/>
          <p:nvPr>
            <p:extLst>
              <p:ext uri="{D42A27DB-BD31-4B8C-83A1-F6EECF244321}">
                <p14:modId xmlns:p14="http://schemas.microsoft.com/office/powerpoint/2010/main" val="1303481758"/>
              </p:ext>
            </p:extLst>
          </p:nvPr>
        </p:nvGraphicFramePr>
        <p:xfrm>
          <a:off x="325120" y="3244850"/>
          <a:ext cx="4886960" cy="12192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0" name="Diagram 9"/>
          <p:cNvGraphicFramePr/>
          <p:nvPr>
            <p:extLst>
              <p:ext uri="{D42A27DB-BD31-4B8C-83A1-F6EECF244321}">
                <p14:modId xmlns:p14="http://schemas.microsoft.com/office/powerpoint/2010/main" val="3009645172"/>
              </p:ext>
            </p:extLst>
          </p:nvPr>
        </p:nvGraphicFramePr>
        <p:xfrm>
          <a:off x="325120" y="4717415"/>
          <a:ext cx="3423920" cy="156464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1" name="Diagram 10"/>
          <p:cNvGraphicFramePr/>
          <p:nvPr>
            <p:extLst>
              <p:ext uri="{D42A27DB-BD31-4B8C-83A1-F6EECF244321}">
                <p14:modId xmlns:p14="http://schemas.microsoft.com/office/powerpoint/2010/main" val="3092862446"/>
              </p:ext>
            </p:extLst>
          </p:nvPr>
        </p:nvGraphicFramePr>
        <p:xfrm>
          <a:off x="6065520" y="3169602"/>
          <a:ext cx="5791200" cy="166624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12" name="Diagram 11"/>
          <p:cNvGraphicFramePr/>
          <p:nvPr>
            <p:extLst>
              <p:ext uri="{D42A27DB-BD31-4B8C-83A1-F6EECF244321}">
                <p14:modId xmlns:p14="http://schemas.microsoft.com/office/powerpoint/2010/main" val="575016878"/>
              </p:ext>
            </p:extLst>
          </p:nvPr>
        </p:nvGraphicFramePr>
        <p:xfrm>
          <a:off x="6177280" y="5013960"/>
          <a:ext cx="5679440" cy="1666240"/>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Tree>
    <p:extLst>
      <p:ext uri="{BB962C8B-B14F-4D97-AF65-F5344CB8AC3E}">
        <p14:creationId xmlns:p14="http://schemas.microsoft.com/office/powerpoint/2010/main" val="194164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F3D2A11A-2C6E-41C6-924A-6CA0C2C42EA2}"/>
                                            </p:graphicEl>
                                          </p:spTgt>
                                        </p:tgtEl>
                                        <p:attrNameLst>
                                          <p:attrName>style.visibility</p:attrName>
                                        </p:attrNameLst>
                                      </p:cBhvr>
                                      <p:to>
                                        <p:strVal val="visible"/>
                                      </p:to>
                                    </p:set>
                                    <p:animEffect transition="in" filter="fade">
                                      <p:cBhvr>
                                        <p:cTn id="7" dur="1000"/>
                                        <p:tgtEl>
                                          <p:spTgt spid="6">
                                            <p:graphicEl>
                                              <a:dgm id="{F3D2A11A-2C6E-41C6-924A-6CA0C2C42EA2}"/>
                                            </p:graphicEl>
                                          </p:spTgt>
                                        </p:tgtEl>
                                      </p:cBhvr>
                                    </p:animEffect>
                                    <p:anim calcmode="lin" valueType="num">
                                      <p:cBhvr>
                                        <p:cTn id="8" dur="1000" fill="hold"/>
                                        <p:tgtEl>
                                          <p:spTgt spid="6">
                                            <p:graphicEl>
                                              <a:dgm id="{F3D2A11A-2C6E-41C6-924A-6CA0C2C42EA2}"/>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F3D2A11A-2C6E-41C6-924A-6CA0C2C42EA2}"/>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013182B1-9C81-4298-AEC6-B3740D48A41B}"/>
                                            </p:graphicEl>
                                          </p:spTgt>
                                        </p:tgtEl>
                                        <p:attrNameLst>
                                          <p:attrName>style.visibility</p:attrName>
                                        </p:attrNameLst>
                                      </p:cBhvr>
                                      <p:to>
                                        <p:strVal val="visible"/>
                                      </p:to>
                                    </p:set>
                                    <p:animEffect transition="in" filter="fade">
                                      <p:cBhvr>
                                        <p:cTn id="14" dur="1000"/>
                                        <p:tgtEl>
                                          <p:spTgt spid="6">
                                            <p:graphicEl>
                                              <a:dgm id="{013182B1-9C81-4298-AEC6-B3740D48A41B}"/>
                                            </p:graphicEl>
                                          </p:spTgt>
                                        </p:tgtEl>
                                      </p:cBhvr>
                                    </p:animEffect>
                                    <p:anim calcmode="lin" valueType="num">
                                      <p:cBhvr>
                                        <p:cTn id="15" dur="1000" fill="hold"/>
                                        <p:tgtEl>
                                          <p:spTgt spid="6">
                                            <p:graphicEl>
                                              <a:dgm id="{013182B1-9C81-4298-AEC6-B3740D48A41B}"/>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013182B1-9C81-4298-AEC6-B3740D48A41B}"/>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9594F899-2E17-4122-81EC-9FC1A26450BF}"/>
                                            </p:graphicEl>
                                          </p:spTgt>
                                        </p:tgtEl>
                                        <p:attrNameLst>
                                          <p:attrName>style.visibility</p:attrName>
                                        </p:attrNameLst>
                                      </p:cBhvr>
                                      <p:to>
                                        <p:strVal val="visible"/>
                                      </p:to>
                                    </p:set>
                                    <p:animEffect transition="in" filter="fade">
                                      <p:cBhvr>
                                        <p:cTn id="21" dur="1000"/>
                                        <p:tgtEl>
                                          <p:spTgt spid="6">
                                            <p:graphicEl>
                                              <a:dgm id="{9594F899-2E17-4122-81EC-9FC1A26450BF}"/>
                                            </p:graphicEl>
                                          </p:spTgt>
                                        </p:tgtEl>
                                      </p:cBhvr>
                                    </p:animEffect>
                                    <p:anim calcmode="lin" valueType="num">
                                      <p:cBhvr>
                                        <p:cTn id="22" dur="1000" fill="hold"/>
                                        <p:tgtEl>
                                          <p:spTgt spid="6">
                                            <p:graphicEl>
                                              <a:dgm id="{9594F899-2E17-4122-81EC-9FC1A26450BF}"/>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9594F899-2E17-4122-81EC-9FC1A26450BF}"/>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35C99A7C-85AC-4868-AAE9-EDF5C0452DA6}"/>
                                            </p:graphicEl>
                                          </p:spTgt>
                                        </p:tgtEl>
                                        <p:attrNameLst>
                                          <p:attrName>style.visibility</p:attrName>
                                        </p:attrNameLst>
                                      </p:cBhvr>
                                      <p:to>
                                        <p:strVal val="visible"/>
                                      </p:to>
                                    </p:set>
                                    <p:animEffect transition="in" filter="fade">
                                      <p:cBhvr>
                                        <p:cTn id="28" dur="1000"/>
                                        <p:tgtEl>
                                          <p:spTgt spid="6">
                                            <p:graphicEl>
                                              <a:dgm id="{35C99A7C-85AC-4868-AAE9-EDF5C0452DA6}"/>
                                            </p:graphicEl>
                                          </p:spTgt>
                                        </p:tgtEl>
                                      </p:cBhvr>
                                    </p:animEffect>
                                    <p:anim calcmode="lin" valueType="num">
                                      <p:cBhvr>
                                        <p:cTn id="29" dur="1000" fill="hold"/>
                                        <p:tgtEl>
                                          <p:spTgt spid="6">
                                            <p:graphicEl>
                                              <a:dgm id="{35C99A7C-85AC-4868-AAE9-EDF5C0452DA6}"/>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35C99A7C-85AC-4868-AAE9-EDF5C0452DA6}"/>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graphicEl>
                                              <a:dgm id="{F3D2A11A-2C6E-41C6-924A-6CA0C2C42EA2}"/>
                                            </p:graphicEl>
                                          </p:spTgt>
                                        </p:tgtEl>
                                        <p:attrNameLst>
                                          <p:attrName>style.visibility</p:attrName>
                                        </p:attrNameLst>
                                      </p:cBhvr>
                                      <p:to>
                                        <p:strVal val="visible"/>
                                      </p:to>
                                    </p:set>
                                    <p:animEffect transition="in" filter="fade">
                                      <p:cBhvr>
                                        <p:cTn id="35" dur="1000"/>
                                        <p:tgtEl>
                                          <p:spTgt spid="7">
                                            <p:graphicEl>
                                              <a:dgm id="{F3D2A11A-2C6E-41C6-924A-6CA0C2C42EA2}"/>
                                            </p:graphicEl>
                                          </p:spTgt>
                                        </p:tgtEl>
                                      </p:cBhvr>
                                    </p:animEffect>
                                    <p:anim calcmode="lin" valueType="num">
                                      <p:cBhvr>
                                        <p:cTn id="36" dur="1000" fill="hold"/>
                                        <p:tgtEl>
                                          <p:spTgt spid="7">
                                            <p:graphicEl>
                                              <a:dgm id="{F3D2A11A-2C6E-41C6-924A-6CA0C2C42EA2}"/>
                                            </p:graphicEl>
                                          </p:spTgt>
                                        </p:tgtEl>
                                        <p:attrNameLst>
                                          <p:attrName>ppt_x</p:attrName>
                                        </p:attrNameLst>
                                      </p:cBhvr>
                                      <p:tavLst>
                                        <p:tav tm="0">
                                          <p:val>
                                            <p:strVal val="#ppt_x"/>
                                          </p:val>
                                        </p:tav>
                                        <p:tav tm="100000">
                                          <p:val>
                                            <p:strVal val="#ppt_x"/>
                                          </p:val>
                                        </p:tav>
                                      </p:tavLst>
                                    </p:anim>
                                    <p:anim calcmode="lin" valueType="num">
                                      <p:cBhvr>
                                        <p:cTn id="37" dur="1000" fill="hold"/>
                                        <p:tgtEl>
                                          <p:spTgt spid="7">
                                            <p:graphicEl>
                                              <a:dgm id="{F3D2A11A-2C6E-41C6-924A-6CA0C2C42EA2}"/>
                                            </p:graphic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graphicEl>
                                              <a:dgm id="{87D293BE-8ACD-474E-A9D3-192CF07D03E8}"/>
                                            </p:graphicEl>
                                          </p:spTgt>
                                        </p:tgtEl>
                                        <p:attrNameLst>
                                          <p:attrName>style.visibility</p:attrName>
                                        </p:attrNameLst>
                                      </p:cBhvr>
                                      <p:to>
                                        <p:strVal val="visible"/>
                                      </p:to>
                                    </p:set>
                                    <p:animEffect transition="in" filter="fade">
                                      <p:cBhvr>
                                        <p:cTn id="42" dur="1000"/>
                                        <p:tgtEl>
                                          <p:spTgt spid="7">
                                            <p:graphicEl>
                                              <a:dgm id="{87D293BE-8ACD-474E-A9D3-192CF07D03E8}"/>
                                            </p:graphicEl>
                                          </p:spTgt>
                                        </p:tgtEl>
                                      </p:cBhvr>
                                    </p:animEffect>
                                    <p:anim calcmode="lin" valueType="num">
                                      <p:cBhvr>
                                        <p:cTn id="43" dur="1000" fill="hold"/>
                                        <p:tgtEl>
                                          <p:spTgt spid="7">
                                            <p:graphicEl>
                                              <a:dgm id="{87D293BE-8ACD-474E-A9D3-192CF07D03E8}"/>
                                            </p:graphicEl>
                                          </p:spTgt>
                                        </p:tgtEl>
                                        <p:attrNameLst>
                                          <p:attrName>ppt_x</p:attrName>
                                        </p:attrNameLst>
                                      </p:cBhvr>
                                      <p:tavLst>
                                        <p:tav tm="0">
                                          <p:val>
                                            <p:strVal val="#ppt_x"/>
                                          </p:val>
                                        </p:tav>
                                        <p:tav tm="100000">
                                          <p:val>
                                            <p:strVal val="#ppt_x"/>
                                          </p:val>
                                        </p:tav>
                                      </p:tavLst>
                                    </p:anim>
                                    <p:anim calcmode="lin" valueType="num">
                                      <p:cBhvr>
                                        <p:cTn id="44" dur="1000" fill="hold"/>
                                        <p:tgtEl>
                                          <p:spTgt spid="7">
                                            <p:graphicEl>
                                              <a:dgm id="{87D293BE-8ACD-474E-A9D3-192CF07D03E8}"/>
                                            </p:graphic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graphicEl>
                                              <a:dgm id="{3D0516CA-72C4-40AB-A699-F5A781F5D5CE}"/>
                                            </p:graphicEl>
                                          </p:spTgt>
                                        </p:tgtEl>
                                        <p:attrNameLst>
                                          <p:attrName>style.visibility</p:attrName>
                                        </p:attrNameLst>
                                      </p:cBhvr>
                                      <p:to>
                                        <p:strVal val="visible"/>
                                      </p:to>
                                    </p:set>
                                    <p:animEffect transition="in" filter="fade">
                                      <p:cBhvr>
                                        <p:cTn id="49" dur="1000"/>
                                        <p:tgtEl>
                                          <p:spTgt spid="7">
                                            <p:graphicEl>
                                              <a:dgm id="{3D0516CA-72C4-40AB-A699-F5A781F5D5CE}"/>
                                            </p:graphicEl>
                                          </p:spTgt>
                                        </p:tgtEl>
                                      </p:cBhvr>
                                    </p:animEffect>
                                    <p:anim calcmode="lin" valueType="num">
                                      <p:cBhvr>
                                        <p:cTn id="50" dur="1000" fill="hold"/>
                                        <p:tgtEl>
                                          <p:spTgt spid="7">
                                            <p:graphicEl>
                                              <a:dgm id="{3D0516CA-72C4-40AB-A699-F5A781F5D5CE}"/>
                                            </p:graphicEl>
                                          </p:spTgt>
                                        </p:tgtEl>
                                        <p:attrNameLst>
                                          <p:attrName>ppt_x</p:attrName>
                                        </p:attrNameLst>
                                      </p:cBhvr>
                                      <p:tavLst>
                                        <p:tav tm="0">
                                          <p:val>
                                            <p:strVal val="#ppt_x"/>
                                          </p:val>
                                        </p:tav>
                                        <p:tav tm="100000">
                                          <p:val>
                                            <p:strVal val="#ppt_x"/>
                                          </p:val>
                                        </p:tav>
                                      </p:tavLst>
                                    </p:anim>
                                    <p:anim calcmode="lin" valueType="num">
                                      <p:cBhvr>
                                        <p:cTn id="51" dur="1000" fill="hold"/>
                                        <p:tgtEl>
                                          <p:spTgt spid="7">
                                            <p:graphicEl>
                                              <a:dgm id="{3D0516CA-72C4-40AB-A699-F5A781F5D5CE}"/>
                                            </p:graphic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graphicEl>
                                              <a:dgm id="{C78C4A6B-0C9E-4327-A00C-E18F84817D13}"/>
                                            </p:graphicEl>
                                          </p:spTgt>
                                        </p:tgtEl>
                                        <p:attrNameLst>
                                          <p:attrName>style.visibility</p:attrName>
                                        </p:attrNameLst>
                                      </p:cBhvr>
                                      <p:to>
                                        <p:strVal val="visible"/>
                                      </p:to>
                                    </p:set>
                                    <p:animEffect transition="in" filter="fade">
                                      <p:cBhvr>
                                        <p:cTn id="56" dur="1000"/>
                                        <p:tgtEl>
                                          <p:spTgt spid="7">
                                            <p:graphicEl>
                                              <a:dgm id="{C78C4A6B-0C9E-4327-A00C-E18F84817D13}"/>
                                            </p:graphicEl>
                                          </p:spTgt>
                                        </p:tgtEl>
                                      </p:cBhvr>
                                    </p:animEffect>
                                    <p:anim calcmode="lin" valueType="num">
                                      <p:cBhvr>
                                        <p:cTn id="57" dur="1000" fill="hold"/>
                                        <p:tgtEl>
                                          <p:spTgt spid="7">
                                            <p:graphicEl>
                                              <a:dgm id="{C78C4A6B-0C9E-4327-A00C-E18F84817D13}"/>
                                            </p:graphicEl>
                                          </p:spTgt>
                                        </p:tgtEl>
                                        <p:attrNameLst>
                                          <p:attrName>ppt_x</p:attrName>
                                        </p:attrNameLst>
                                      </p:cBhvr>
                                      <p:tavLst>
                                        <p:tav tm="0">
                                          <p:val>
                                            <p:strVal val="#ppt_x"/>
                                          </p:val>
                                        </p:tav>
                                        <p:tav tm="100000">
                                          <p:val>
                                            <p:strVal val="#ppt_x"/>
                                          </p:val>
                                        </p:tav>
                                      </p:tavLst>
                                    </p:anim>
                                    <p:anim calcmode="lin" valueType="num">
                                      <p:cBhvr>
                                        <p:cTn id="58" dur="1000" fill="hold"/>
                                        <p:tgtEl>
                                          <p:spTgt spid="7">
                                            <p:graphicEl>
                                              <a:dgm id="{C78C4A6B-0C9E-4327-A00C-E18F84817D13}"/>
                                            </p:graphic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graphicEl>
                                              <a:dgm id="{11CEC13A-EA44-462B-8992-080D24573DEC}"/>
                                            </p:graphicEl>
                                          </p:spTgt>
                                        </p:tgtEl>
                                        <p:attrNameLst>
                                          <p:attrName>style.visibility</p:attrName>
                                        </p:attrNameLst>
                                      </p:cBhvr>
                                      <p:to>
                                        <p:strVal val="visible"/>
                                      </p:to>
                                    </p:set>
                                    <p:animEffect transition="in" filter="fade">
                                      <p:cBhvr>
                                        <p:cTn id="63" dur="1000"/>
                                        <p:tgtEl>
                                          <p:spTgt spid="7">
                                            <p:graphicEl>
                                              <a:dgm id="{11CEC13A-EA44-462B-8992-080D24573DEC}"/>
                                            </p:graphicEl>
                                          </p:spTgt>
                                        </p:tgtEl>
                                      </p:cBhvr>
                                    </p:animEffect>
                                    <p:anim calcmode="lin" valueType="num">
                                      <p:cBhvr>
                                        <p:cTn id="64" dur="1000" fill="hold"/>
                                        <p:tgtEl>
                                          <p:spTgt spid="7">
                                            <p:graphicEl>
                                              <a:dgm id="{11CEC13A-EA44-462B-8992-080D24573DEC}"/>
                                            </p:graphicEl>
                                          </p:spTgt>
                                        </p:tgtEl>
                                        <p:attrNameLst>
                                          <p:attrName>ppt_x</p:attrName>
                                        </p:attrNameLst>
                                      </p:cBhvr>
                                      <p:tavLst>
                                        <p:tav tm="0">
                                          <p:val>
                                            <p:strVal val="#ppt_x"/>
                                          </p:val>
                                        </p:tav>
                                        <p:tav tm="100000">
                                          <p:val>
                                            <p:strVal val="#ppt_x"/>
                                          </p:val>
                                        </p:tav>
                                      </p:tavLst>
                                    </p:anim>
                                    <p:anim calcmode="lin" valueType="num">
                                      <p:cBhvr>
                                        <p:cTn id="65" dur="1000" fill="hold"/>
                                        <p:tgtEl>
                                          <p:spTgt spid="7">
                                            <p:graphicEl>
                                              <a:dgm id="{11CEC13A-EA44-462B-8992-080D24573DEC}"/>
                                            </p:graphic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8">
                                            <p:graphicEl>
                                              <a:dgm id="{F3D2A11A-2C6E-41C6-924A-6CA0C2C42EA2}"/>
                                            </p:graphicEl>
                                          </p:spTgt>
                                        </p:tgtEl>
                                        <p:attrNameLst>
                                          <p:attrName>style.visibility</p:attrName>
                                        </p:attrNameLst>
                                      </p:cBhvr>
                                      <p:to>
                                        <p:strVal val="visible"/>
                                      </p:to>
                                    </p:set>
                                    <p:animEffect transition="in" filter="fade">
                                      <p:cBhvr>
                                        <p:cTn id="70" dur="1000"/>
                                        <p:tgtEl>
                                          <p:spTgt spid="8">
                                            <p:graphicEl>
                                              <a:dgm id="{F3D2A11A-2C6E-41C6-924A-6CA0C2C42EA2}"/>
                                            </p:graphicEl>
                                          </p:spTgt>
                                        </p:tgtEl>
                                      </p:cBhvr>
                                    </p:animEffect>
                                    <p:anim calcmode="lin" valueType="num">
                                      <p:cBhvr>
                                        <p:cTn id="71" dur="1000" fill="hold"/>
                                        <p:tgtEl>
                                          <p:spTgt spid="8">
                                            <p:graphicEl>
                                              <a:dgm id="{F3D2A11A-2C6E-41C6-924A-6CA0C2C42EA2}"/>
                                            </p:graphicEl>
                                          </p:spTgt>
                                        </p:tgtEl>
                                        <p:attrNameLst>
                                          <p:attrName>ppt_x</p:attrName>
                                        </p:attrNameLst>
                                      </p:cBhvr>
                                      <p:tavLst>
                                        <p:tav tm="0">
                                          <p:val>
                                            <p:strVal val="#ppt_x"/>
                                          </p:val>
                                        </p:tav>
                                        <p:tav tm="100000">
                                          <p:val>
                                            <p:strVal val="#ppt_x"/>
                                          </p:val>
                                        </p:tav>
                                      </p:tavLst>
                                    </p:anim>
                                    <p:anim calcmode="lin" valueType="num">
                                      <p:cBhvr>
                                        <p:cTn id="72" dur="1000" fill="hold"/>
                                        <p:tgtEl>
                                          <p:spTgt spid="8">
                                            <p:graphicEl>
                                              <a:dgm id="{F3D2A11A-2C6E-41C6-924A-6CA0C2C42EA2}"/>
                                            </p:graphic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8">
                                            <p:graphicEl>
                                              <a:dgm id="{3853CCF2-AD59-4D41-9CBF-7B7EE574FA25}"/>
                                            </p:graphicEl>
                                          </p:spTgt>
                                        </p:tgtEl>
                                        <p:attrNameLst>
                                          <p:attrName>style.visibility</p:attrName>
                                        </p:attrNameLst>
                                      </p:cBhvr>
                                      <p:to>
                                        <p:strVal val="visible"/>
                                      </p:to>
                                    </p:set>
                                    <p:animEffect transition="in" filter="fade">
                                      <p:cBhvr>
                                        <p:cTn id="77" dur="1000"/>
                                        <p:tgtEl>
                                          <p:spTgt spid="8">
                                            <p:graphicEl>
                                              <a:dgm id="{3853CCF2-AD59-4D41-9CBF-7B7EE574FA25}"/>
                                            </p:graphicEl>
                                          </p:spTgt>
                                        </p:tgtEl>
                                      </p:cBhvr>
                                    </p:animEffect>
                                    <p:anim calcmode="lin" valueType="num">
                                      <p:cBhvr>
                                        <p:cTn id="78" dur="1000" fill="hold"/>
                                        <p:tgtEl>
                                          <p:spTgt spid="8">
                                            <p:graphicEl>
                                              <a:dgm id="{3853CCF2-AD59-4D41-9CBF-7B7EE574FA25}"/>
                                            </p:graphicEl>
                                          </p:spTgt>
                                        </p:tgtEl>
                                        <p:attrNameLst>
                                          <p:attrName>ppt_x</p:attrName>
                                        </p:attrNameLst>
                                      </p:cBhvr>
                                      <p:tavLst>
                                        <p:tav tm="0">
                                          <p:val>
                                            <p:strVal val="#ppt_x"/>
                                          </p:val>
                                        </p:tav>
                                        <p:tav tm="100000">
                                          <p:val>
                                            <p:strVal val="#ppt_x"/>
                                          </p:val>
                                        </p:tav>
                                      </p:tavLst>
                                    </p:anim>
                                    <p:anim calcmode="lin" valueType="num">
                                      <p:cBhvr>
                                        <p:cTn id="79" dur="1000" fill="hold"/>
                                        <p:tgtEl>
                                          <p:spTgt spid="8">
                                            <p:graphicEl>
                                              <a:dgm id="{3853CCF2-AD59-4D41-9CBF-7B7EE574FA25}"/>
                                            </p:graphic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8">
                                            <p:graphicEl>
                                              <a:dgm id="{BAD0A6EF-E363-45DF-9EC8-3C61E2A3DB01}"/>
                                            </p:graphicEl>
                                          </p:spTgt>
                                        </p:tgtEl>
                                        <p:attrNameLst>
                                          <p:attrName>style.visibility</p:attrName>
                                        </p:attrNameLst>
                                      </p:cBhvr>
                                      <p:to>
                                        <p:strVal val="visible"/>
                                      </p:to>
                                    </p:set>
                                    <p:animEffect transition="in" filter="fade">
                                      <p:cBhvr>
                                        <p:cTn id="84" dur="1000"/>
                                        <p:tgtEl>
                                          <p:spTgt spid="8">
                                            <p:graphicEl>
                                              <a:dgm id="{BAD0A6EF-E363-45DF-9EC8-3C61E2A3DB01}"/>
                                            </p:graphicEl>
                                          </p:spTgt>
                                        </p:tgtEl>
                                      </p:cBhvr>
                                    </p:animEffect>
                                    <p:anim calcmode="lin" valueType="num">
                                      <p:cBhvr>
                                        <p:cTn id="85" dur="1000" fill="hold"/>
                                        <p:tgtEl>
                                          <p:spTgt spid="8">
                                            <p:graphicEl>
                                              <a:dgm id="{BAD0A6EF-E363-45DF-9EC8-3C61E2A3DB01}"/>
                                            </p:graphicEl>
                                          </p:spTgt>
                                        </p:tgtEl>
                                        <p:attrNameLst>
                                          <p:attrName>ppt_x</p:attrName>
                                        </p:attrNameLst>
                                      </p:cBhvr>
                                      <p:tavLst>
                                        <p:tav tm="0">
                                          <p:val>
                                            <p:strVal val="#ppt_x"/>
                                          </p:val>
                                        </p:tav>
                                        <p:tav tm="100000">
                                          <p:val>
                                            <p:strVal val="#ppt_x"/>
                                          </p:val>
                                        </p:tav>
                                      </p:tavLst>
                                    </p:anim>
                                    <p:anim calcmode="lin" valueType="num">
                                      <p:cBhvr>
                                        <p:cTn id="86" dur="1000" fill="hold"/>
                                        <p:tgtEl>
                                          <p:spTgt spid="8">
                                            <p:graphicEl>
                                              <a:dgm id="{BAD0A6EF-E363-45DF-9EC8-3C61E2A3DB01}"/>
                                            </p:graphic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1">
                                            <p:graphicEl>
                                              <a:dgm id="{F3D2A11A-2C6E-41C6-924A-6CA0C2C42EA2}"/>
                                            </p:graphicEl>
                                          </p:spTgt>
                                        </p:tgtEl>
                                        <p:attrNameLst>
                                          <p:attrName>style.visibility</p:attrName>
                                        </p:attrNameLst>
                                      </p:cBhvr>
                                      <p:to>
                                        <p:strVal val="visible"/>
                                      </p:to>
                                    </p:set>
                                    <p:animEffect transition="in" filter="fade">
                                      <p:cBhvr>
                                        <p:cTn id="91" dur="1000"/>
                                        <p:tgtEl>
                                          <p:spTgt spid="11">
                                            <p:graphicEl>
                                              <a:dgm id="{F3D2A11A-2C6E-41C6-924A-6CA0C2C42EA2}"/>
                                            </p:graphicEl>
                                          </p:spTgt>
                                        </p:tgtEl>
                                      </p:cBhvr>
                                    </p:animEffect>
                                    <p:anim calcmode="lin" valueType="num">
                                      <p:cBhvr>
                                        <p:cTn id="92" dur="1000" fill="hold"/>
                                        <p:tgtEl>
                                          <p:spTgt spid="11">
                                            <p:graphicEl>
                                              <a:dgm id="{F3D2A11A-2C6E-41C6-924A-6CA0C2C42EA2}"/>
                                            </p:graphicEl>
                                          </p:spTgt>
                                        </p:tgtEl>
                                        <p:attrNameLst>
                                          <p:attrName>ppt_x</p:attrName>
                                        </p:attrNameLst>
                                      </p:cBhvr>
                                      <p:tavLst>
                                        <p:tav tm="0">
                                          <p:val>
                                            <p:strVal val="#ppt_x"/>
                                          </p:val>
                                        </p:tav>
                                        <p:tav tm="100000">
                                          <p:val>
                                            <p:strVal val="#ppt_x"/>
                                          </p:val>
                                        </p:tav>
                                      </p:tavLst>
                                    </p:anim>
                                    <p:anim calcmode="lin" valueType="num">
                                      <p:cBhvr>
                                        <p:cTn id="93" dur="1000" fill="hold"/>
                                        <p:tgtEl>
                                          <p:spTgt spid="11">
                                            <p:graphicEl>
                                              <a:dgm id="{F3D2A11A-2C6E-41C6-924A-6CA0C2C42EA2}"/>
                                            </p:graphic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1">
                                            <p:graphicEl>
                                              <a:dgm id="{3853CCF2-AD59-4D41-9CBF-7B7EE574FA25}"/>
                                            </p:graphicEl>
                                          </p:spTgt>
                                        </p:tgtEl>
                                        <p:attrNameLst>
                                          <p:attrName>style.visibility</p:attrName>
                                        </p:attrNameLst>
                                      </p:cBhvr>
                                      <p:to>
                                        <p:strVal val="visible"/>
                                      </p:to>
                                    </p:set>
                                    <p:animEffect transition="in" filter="fade">
                                      <p:cBhvr>
                                        <p:cTn id="98" dur="1000"/>
                                        <p:tgtEl>
                                          <p:spTgt spid="11">
                                            <p:graphicEl>
                                              <a:dgm id="{3853CCF2-AD59-4D41-9CBF-7B7EE574FA25}"/>
                                            </p:graphicEl>
                                          </p:spTgt>
                                        </p:tgtEl>
                                      </p:cBhvr>
                                    </p:animEffect>
                                    <p:anim calcmode="lin" valueType="num">
                                      <p:cBhvr>
                                        <p:cTn id="99" dur="1000" fill="hold"/>
                                        <p:tgtEl>
                                          <p:spTgt spid="11">
                                            <p:graphicEl>
                                              <a:dgm id="{3853CCF2-AD59-4D41-9CBF-7B7EE574FA25}"/>
                                            </p:graphicEl>
                                          </p:spTgt>
                                        </p:tgtEl>
                                        <p:attrNameLst>
                                          <p:attrName>ppt_x</p:attrName>
                                        </p:attrNameLst>
                                      </p:cBhvr>
                                      <p:tavLst>
                                        <p:tav tm="0">
                                          <p:val>
                                            <p:strVal val="#ppt_x"/>
                                          </p:val>
                                        </p:tav>
                                        <p:tav tm="100000">
                                          <p:val>
                                            <p:strVal val="#ppt_x"/>
                                          </p:val>
                                        </p:tav>
                                      </p:tavLst>
                                    </p:anim>
                                    <p:anim calcmode="lin" valueType="num">
                                      <p:cBhvr>
                                        <p:cTn id="100" dur="1000" fill="hold"/>
                                        <p:tgtEl>
                                          <p:spTgt spid="11">
                                            <p:graphicEl>
                                              <a:dgm id="{3853CCF2-AD59-4D41-9CBF-7B7EE574FA25}"/>
                                            </p:graphic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1">
                                            <p:graphicEl>
                                              <a:dgm id="{BAD0A6EF-E363-45DF-9EC8-3C61E2A3DB01}"/>
                                            </p:graphicEl>
                                          </p:spTgt>
                                        </p:tgtEl>
                                        <p:attrNameLst>
                                          <p:attrName>style.visibility</p:attrName>
                                        </p:attrNameLst>
                                      </p:cBhvr>
                                      <p:to>
                                        <p:strVal val="visible"/>
                                      </p:to>
                                    </p:set>
                                    <p:animEffect transition="in" filter="fade">
                                      <p:cBhvr>
                                        <p:cTn id="105" dur="1000"/>
                                        <p:tgtEl>
                                          <p:spTgt spid="11">
                                            <p:graphicEl>
                                              <a:dgm id="{BAD0A6EF-E363-45DF-9EC8-3C61E2A3DB01}"/>
                                            </p:graphicEl>
                                          </p:spTgt>
                                        </p:tgtEl>
                                      </p:cBhvr>
                                    </p:animEffect>
                                    <p:anim calcmode="lin" valueType="num">
                                      <p:cBhvr>
                                        <p:cTn id="106" dur="1000" fill="hold"/>
                                        <p:tgtEl>
                                          <p:spTgt spid="11">
                                            <p:graphicEl>
                                              <a:dgm id="{BAD0A6EF-E363-45DF-9EC8-3C61E2A3DB01}"/>
                                            </p:graphicEl>
                                          </p:spTgt>
                                        </p:tgtEl>
                                        <p:attrNameLst>
                                          <p:attrName>ppt_x</p:attrName>
                                        </p:attrNameLst>
                                      </p:cBhvr>
                                      <p:tavLst>
                                        <p:tav tm="0">
                                          <p:val>
                                            <p:strVal val="#ppt_x"/>
                                          </p:val>
                                        </p:tav>
                                        <p:tav tm="100000">
                                          <p:val>
                                            <p:strVal val="#ppt_x"/>
                                          </p:val>
                                        </p:tav>
                                      </p:tavLst>
                                    </p:anim>
                                    <p:anim calcmode="lin" valueType="num">
                                      <p:cBhvr>
                                        <p:cTn id="107" dur="1000" fill="hold"/>
                                        <p:tgtEl>
                                          <p:spTgt spid="11">
                                            <p:graphicEl>
                                              <a:dgm id="{BAD0A6EF-E363-45DF-9EC8-3C61E2A3DB01}"/>
                                            </p:graphic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0">
                                            <p:graphicEl>
                                              <a:dgm id="{F3D2A11A-2C6E-41C6-924A-6CA0C2C42EA2}"/>
                                            </p:graphicEl>
                                          </p:spTgt>
                                        </p:tgtEl>
                                        <p:attrNameLst>
                                          <p:attrName>style.visibility</p:attrName>
                                        </p:attrNameLst>
                                      </p:cBhvr>
                                      <p:to>
                                        <p:strVal val="visible"/>
                                      </p:to>
                                    </p:set>
                                    <p:animEffect transition="in" filter="fade">
                                      <p:cBhvr>
                                        <p:cTn id="112" dur="1000"/>
                                        <p:tgtEl>
                                          <p:spTgt spid="10">
                                            <p:graphicEl>
                                              <a:dgm id="{F3D2A11A-2C6E-41C6-924A-6CA0C2C42EA2}"/>
                                            </p:graphicEl>
                                          </p:spTgt>
                                        </p:tgtEl>
                                      </p:cBhvr>
                                    </p:animEffect>
                                    <p:anim calcmode="lin" valueType="num">
                                      <p:cBhvr>
                                        <p:cTn id="113" dur="1000" fill="hold"/>
                                        <p:tgtEl>
                                          <p:spTgt spid="10">
                                            <p:graphicEl>
                                              <a:dgm id="{F3D2A11A-2C6E-41C6-924A-6CA0C2C42EA2}"/>
                                            </p:graphicEl>
                                          </p:spTgt>
                                        </p:tgtEl>
                                        <p:attrNameLst>
                                          <p:attrName>ppt_x</p:attrName>
                                        </p:attrNameLst>
                                      </p:cBhvr>
                                      <p:tavLst>
                                        <p:tav tm="0">
                                          <p:val>
                                            <p:strVal val="#ppt_x"/>
                                          </p:val>
                                        </p:tav>
                                        <p:tav tm="100000">
                                          <p:val>
                                            <p:strVal val="#ppt_x"/>
                                          </p:val>
                                        </p:tav>
                                      </p:tavLst>
                                    </p:anim>
                                    <p:anim calcmode="lin" valueType="num">
                                      <p:cBhvr>
                                        <p:cTn id="114" dur="1000" fill="hold"/>
                                        <p:tgtEl>
                                          <p:spTgt spid="10">
                                            <p:graphicEl>
                                              <a:dgm id="{F3D2A11A-2C6E-41C6-924A-6CA0C2C42EA2}"/>
                                            </p:graphic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0">
                                            <p:graphicEl>
                                              <a:dgm id="{018BFB6B-4146-471B-8276-22483747309E}"/>
                                            </p:graphicEl>
                                          </p:spTgt>
                                        </p:tgtEl>
                                        <p:attrNameLst>
                                          <p:attrName>style.visibility</p:attrName>
                                        </p:attrNameLst>
                                      </p:cBhvr>
                                      <p:to>
                                        <p:strVal val="visible"/>
                                      </p:to>
                                    </p:set>
                                    <p:animEffect transition="in" filter="fade">
                                      <p:cBhvr>
                                        <p:cTn id="119" dur="1000"/>
                                        <p:tgtEl>
                                          <p:spTgt spid="10">
                                            <p:graphicEl>
                                              <a:dgm id="{018BFB6B-4146-471B-8276-22483747309E}"/>
                                            </p:graphicEl>
                                          </p:spTgt>
                                        </p:tgtEl>
                                      </p:cBhvr>
                                    </p:animEffect>
                                    <p:anim calcmode="lin" valueType="num">
                                      <p:cBhvr>
                                        <p:cTn id="120" dur="1000" fill="hold"/>
                                        <p:tgtEl>
                                          <p:spTgt spid="10">
                                            <p:graphicEl>
                                              <a:dgm id="{018BFB6B-4146-471B-8276-22483747309E}"/>
                                            </p:graphicEl>
                                          </p:spTgt>
                                        </p:tgtEl>
                                        <p:attrNameLst>
                                          <p:attrName>ppt_x</p:attrName>
                                        </p:attrNameLst>
                                      </p:cBhvr>
                                      <p:tavLst>
                                        <p:tav tm="0">
                                          <p:val>
                                            <p:strVal val="#ppt_x"/>
                                          </p:val>
                                        </p:tav>
                                        <p:tav tm="100000">
                                          <p:val>
                                            <p:strVal val="#ppt_x"/>
                                          </p:val>
                                        </p:tav>
                                      </p:tavLst>
                                    </p:anim>
                                    <p:anim calcmode="lin" valueType="num">
                                      <p:cBhvr>
                                        <p:cTn id="121" dur="1000" fill="hold"/>
                                        <p:tgtEl>
                                          <p:spTgt spid="10">
                                            <p:graphicEl>
                                              <a:dgm id="{018BFB6B-4146-471B-8276-22483747309E}"/>
                                            </p:graphic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6" presetClass="entr" presetSubtype="0" fill="hold" grpId="0" nodeType="clickEffect">
                                  <p:stCondLst>
                                    <p:cond delay="0"/>
                                  </p:stCondLst>
                                  <p:childTnLst>
                                    <p:set>
                                      <p:cBhvr>
                                        <p:cTn id="125" dur="1" fill="hold">
                                          <p:stCondLst>
                                            <p:cond delay="0"/>
                                          </p:stCondLst>
                                        </p:cTn>
                                        <p:tgtEl>
                                          <p:spTgt spid="12">
                                            <p:graphicEl>
                                              <a:dgm id="{F3D2A11A-2C6E-41C6-924A-6CA0C2C42EA2}"/>
                                            </p:graphicEl>
                                          </p:spTgt>
                                        </p:tgtEl>
                                        <p:attrNameLst>
                                          <p:attrName>style.visibility</p:attrName>
                                        </p:attrNameLst>
                                      </p:cBhvr>
                                      <p:to>
                                        <p:strVal val="visible"/>
                                      </p:to>
                                    </p:set>
                                    <p:animEffect transition="in" filter="wipe(down)">
                                      <p:cBhvr>
                                        <p:cTn id="126" dur="580">
                                          <p:stCondLst>
                                            <p:cond delay="0"/>
                                          </p:stCondLst>
                                        </p:cTn>
                                        <p:tgtEl>
                                          <p:spTgt spid="12">
                                            <p:graphicEl>
                                              <a:dgm id="{F3D2A11A-2C6E-41C6-924A-6CA0C2C42EA2}"/>
                                            </p:graphicEl>
                                          </p:spTgt>
                                        </p:tgtEl>
                                      </p:cBhvr>
                                    </p:animEffect>
                                    <p:anim calcmode="lin" valueType="num">
                                      <p:cBhvr>
                                        <p:cTn id="127" dur="1822" tmFilter="0,0; 0.14,0.36; 0.43,0.73; 0.71,0.91; 1.0,1.0">
                                          <p:stCondLst>
                                            <p:cond delay="0"/>
                                          </p:stCondLst>
                                        </p:cTn>
                                        <p:tgtEl>
                                          <p:spTgt spid="12">
                                            <p:graphicEl>
                                              <a:dgm id="{F3D2A11A-2C6E-41C6-924A-6CA0C2C42EA2}"/>
                                            </p:graphicEl>
                                          </p:spTgt>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12">
                                            <p:graphicEl>
                                              <a:dgm id="{F3D2A11A-2C6E-41C6-924A-6CA0C2C42EA2}"/>
                                            </p:graphicEl>
                                          </p:spTgt>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12">
                                            <p:graphicEl>
                                              <a:dgm id="{F3D2A11A-2C6E-41C6-924A-6CA0C2C42EA2}"/>
                                            </p:graphicEl>
                                          </p:spTgt>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12">
                                            <p:graphicEl>
                                              <a:dgm id="{F3D2A11A-2C6E-41C6-924A-6CA0C2C42EA2}"/>
                                            </p:graphicEl>
                                          </p:spTgt>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12">
                                            <p:graphicEl>
                                              <a:dgm id="{F3D2A11A-2C6E-41C6-924A-6CA0C2C42EA2}"/>
                                            </p:graphicEl>
                                          </p:spTgt>
                                        </p:tgtEl>
                                        <p:attrNameLst>
                                          <p:attrName>ppt_y</p:attrName>
                                        </p:attrNameLst>
                                      </p:cBhvr>
                                      <p:tavLst>
                                        <p:tav tm="0" fmla="#ppt_y-sin(pi*$)/81">
                                          <p:val>
                                            <p:fltVal val="0"/>
                                          </p:val>
                                        </p:tav>
                                        <p:tav tm="100000">
                                          <p:val>
                                            <p:fltVal val="1"/>
                                          </p:val>
                                        </p:tav>
                                      </p:tavLst>
                                    </p:anim>
                                    <p:animScale>
                                      <p:cBhvr>
                                        <p:cTn id="132" dur="26">
                                          <p:stCondLst>
                                            <p:cond delay="650"/>
                                          </p:stCondLst>
                                        </p:cTn>
                                        <p:tgtEl>
                                          <p:spTgt spid="12">
                                            <p:graphicEl>
                                              <a:dgm id="{F3D2A11A-2C6E-41C6-924A-6CA0C2C42EA2}"/>
                                            </p:graphicEl>
                                          </p:spTgt>
                                        </p:tgtEl>
                                      </p:cBhvr>
                                      <p:to x="100000" y="60000"/>
                                    </p:animScale>
                                    <p:animScale>
                                      <p:cBhvr>
                                        <p:cTn id="133" dur="166" decel="50000">
                                          <p:stCondLst>
                                            <p:cond delay="676"/>
                                          </p:stCondLst>
                                        </p:cTn>
                                        <p:tgtEl>
                                          <p:spTgt spid="12">
                                            <p:graphicEl>
                                              <a:dgm id="{F3D2A11A-2C6E-41C6-924A-6CA0C2C42EA2}"/>
                                            </p:graphicEl>
                                          </p:spTgt>
                                        </p:tgtEl>
                                      </p:cBhvr>
                                      <p:to x="100000" y="100000"/>
                                    </p:animScale>
                                    <p:animScale>
                                      <p:cBhvr>
                                        <p:cTn id="134" dur="26">
                                          <p:stCondLst>
                                            <p:cond delay="1312"/>
                                          </p:stCondLst>
                                        </p:cTn>
                                        <p:tgtEl>
                                          <p:spTgt spid="12">
                                            <p:graphicEl>
                                              <a:dgm id="{F3D2A11A-2C6E-41C6-924A-6CA0C2C42EA2}"/>
                                            </p:graphicEl>
                                          </p:spTgt>
                                        </p:tgtEl>
                                      </p:cBhvr>
                                      <p:to x="100000" y="80000"/>
                                    </p:animScale>
                                    <p:animScale>
                                      <p:cBhvr>
                                        <p:cTn id="135" dur="166" decel="50000">
                                          <p:stCondLst>
                                            <p:cond delay="1338"/>
                                          </p:stCondLst>
                                        </p:cTn>
                                        <p:tgtEl>
                                          <p:spTgt spid="12">
                                            <p:graphicEl>
                                              <a:dgm id="{F3D2A11A-2C6E-41C6-924A-6CA0C2C42EA2}"/>
                                            </p:graphicEl>
                                          </p:spTgt>
                                        </p:tgtEl>
                                      </p:cBhvr>
                                      <p:to x="100000" y="100000"/>
                                    </p:animScale>
                                    <p:animScale>
                                      <p:cBhvr>
                                        <p:cTn id="136" dur="26">
                                          <p:stCondLst>
                                            <p:cond delay="1642"/>
                                          </p:stCondLst>
                                        </p:cTn>
                                        <p:tgtEl>
                                          <p:spTgt spid="12">
                                            <p:graphicEl>
                                              <a:dgm id="{F3D2A11A-2C6E-41C6-924A-6CA0C2C42EA2}"/>
                                            </p:graphicEl>
                                          </p:spTgt>
                                        </p:tgtEl>
                                      </p:cBhvr>
                                      <p:to x="100000" y="90000"/>
                                    </p:animScale>
                                    <p:animScale>
                                      <p:cBhvr>
                                        <p:cTn id="137" dur="166" decel="50000">
                                          <p:stCondLst>
                                            <p:cond delay="1668"/>
                                          </p:stCondLst>
                                        </p:cTn>
                                        <p:tgtEl>
                                          <p:spTgt spid="12">
                                            <p:graphicEl>
                                              <a:dgm id="{F3D2A11A-2C6E-41C6-924A-6CA0C2C42EA2}"/>
                                            </p:graphicEl>
                                          </p:spTgt>
                                        </p:tgtEl>
                                      </p:cBhvr>
                                      <p:to x="100000" y="100000"/>
                                    </p:animScale>
                                    <p:animScale>
                                      <p:cBhvr>
                                        <p:cTn id="138" dur="26">
                                          <p:stCondLst>
                                            <p:cond delay="1808"/>
                                          </p:stCondLst>
                                        </p:cTn>
                                        <p:tgtEl>
                                          <p:spTgt spid="12">
                                            <p:graphicEl>
                                              <a:dgm id="{F3D2A11A-2C6E-41C6-924A-6CA0C2C42EA2}"/>
                                            </p:graphicEl>
                                          </p:spTgt>
                                        </p:tgtEl>
                                      </p:cBhvr>
                                      <p:to x="100000" y="95000"/>
                                    </p:animScale>
                                    <p:animScale>
                                      <p:cBhvr>
                                        <p:cTn id="139" dur="166" decel="50000">
                                          <p:stCondLst>
                                            <p:cond delay="1834"/>
                                          </p:stCondLst>
                                        </p:cTn>
                                        <p:tgtEl>
                                          <p:spTgt spid="12">
                                            <p:graphicEl>
                                              <a:dgm id="{F3D2A11A-2C6E-41C6-924A-6CA0C2C42EA2}"/>
                                            </p:graphicEl>
                                          </p:spTgt>
                                        </p:tgtEl>
                                      </p:cBhvr>
                                      <p:to x="100000" y="100000"/>
                                    </p:animScale>
                                  </p:childTnLst>
                                </p:cTn>
                              </p:par>
                            </p:childTnLst>
                          </p:cTn>
                        </p:par>
                      </p:childTnLst>
                    </p:cTn>
                  </p:par>
                  <p:par>
                    <p:cTn id="140" fill="hold">
                      <p:stCondLst>
                        <p:cond delay="indefinite"/>
                      </p:stCondLst>
                      <p:childTnLst>
                        <p:par>
                          <p:cTn id="141" fill="hold">
                            <p:stCondLst>
                              <p:cond delay="0"/>
                            </p:stCondLst>
                            <p:childTnLst>
                              <p:par>
                                <p:cTn id="142" presetID="26" presetClass="entr" presetSubtype="0" fill="hold" grpId="0" nodeType="clickEffect">
                                  <p:stCondLst>
                                    <p:cond delay="0"/>
                                  </p:stCondLst>
                                  <p:childTnLst>
                                    <p:set>
                                      <p:cBhvr>
                                        <p:cTn id="143" dur="1" fill="hold">
                                          <p:stCondLst>
                                            <p:cond delay="0"/>
                                          </p:stCondLst>
                                        </p:cTn>
                                        <p:tgtEl>
                                          <p:spTgt spid="12">
                                            <p:graphicEl>
                                              <a:dgm id="{018BFB6B-4146-471B-8276-22483747309E}"/>
                                            </p:graphicEl>
                                          </p:spTgt>
                                        </p:tgtEl>
                                        <p:attrNameLst>
                                          <p:attrName>style.visibility</p:attrName>
                                        </p:attrNameLst>
                                      </p:cBhvr>
                                      <p:to>
                                        <p:strVal val="visible"/>
                                      </p:to>
                                    </p:set>
                                    <p:animEffect transition="in" filter="wipe(down)">
                                      <p:cBhvr>
                                        <p:cTn id="144" dur="580">
                                          <p:stCondLst>
                                            <p:cond delay="0"/>
                                          </p:stCondLst>
                                        </p:cTn>
                                        <p:tgtEl>
                                          <p:spTgt spid="12">
                                            <p:graphicEl>
                                              <a:dgm id="{018BFB6B-4146-471B-8276-22483747309E}"/>
                                            </p:graphicEl>
                                          </p:spTgt>
                                        </p:tgtEl>
                                      </p:cBhvr>
                                    </p:animEffect>
                                    <p:anim calcmode="lin" valueType="num">
                                      <p:cBhvr>
                                        <p:cTn id="145" dur="1822" tmFilter="0,0; 0.14,0.36; 0.43,0.73; 0.71,0.91; 1.0,1.0">
                                          <p:stCondLst>
                                            <p:cond delay="0"/>
                                          </p:stCondLst>
                                        </p:cTn>
                                        <p:tgtEl>
                                          <p:spTgt spid="12">
                                            <p:graphicEl>
                                              <a:dgm id="{018BFB6B-4146-471B-8276-22483747309E}"/>
                                            </p:graphicEl>
                                          </p:spTgt>
                                        </p:tgtEl>
                                        <p:attrNameLst>
                                          <p:attrName>ppt_x</p:attrName>
                                        </p:attrNameLst>
                                      </p:cBhvr>
                                      <p:tavLst>
                                        <p:tav tm="0">
                                          <p:val>
                                            <p:strVal val="#ppt_x-0.25"/>
                                          </p:val>
                                        </p:tav>
                                        <p:tav tm="100000">
                                          <p:val>
                                            <p:strVal val="#ppt_x"/>
                                          </p:val>
                                        </p:tav>
                                      </p:tavLst>
                                    </p:anim>
                                    <p:anim calcmode="lin" valueType="num">
                                      <p:cBhvr>
                                        <p:cTn id="146" dur="664" tmFilter="0.0,0.0; 0.25,0.07; 0.50,0.2; 0.75,0.467; 1.0,1.0">
                                          <p:stCondLst>
                                            <p:cond delay="0"/>
                                          </p:stCondLst>
                                        </p:cTn>
                                        <p:tgtEl>
                                          <p:spTgt spid="12">
                                            <p:graphicEl>
                                              <a:dgm id="{018BFB6B-4146-471B-8276-22483747309E}"/>
                                            </p:graphicEl>
                                          </p:spTgt>
                                        </p:tgtEl>
                                        <p:attrNameLst>
                                          <p:attrName>ppt_y</p:attrName>
                                        </p:attrNameLst>
                                      </p:cBhvr>
                                      <p:tavLst>
                                        <p:tav tm="0" fmla="#ppt_y-sin(pi*$)/3">
                                          <p:val>
                                            <p:fltVal val="0.5"/>
                                          </p:val>
                                        </p:tav>
                                        <p:tav tm="100000">
                                          <p:val>
                                            <p:fltVal val="1"/>
                                          </p:val>
                                        </p:tav>
                                      </p:tavLst>
                                    </p:anim>
                                    <p:anim calcmode="lin" valueType="num">
                                      <p:cBhvr>
                                        <p:cTn id="147" dur="664" tmFilter="0, 0; 0.125,0.2665; 0.25,0.4; 0.375,0.465; 0.5,0.5;  0.625,0.535; 0.75,0.6; 0.875,0.7335; 1,1">
                                          <p:stCondLst>
                                            <p:cond delay="664"/>
                                          </p:stCondLst>
                                        </p:cTn>
                                        <p:tgtEl>
                                          <p:spTgt spid="12">
                                            <p:graphicEl>
                                              <a:dgm id="{018BFB6B-4146-471B-8276-22483747309E}"/>
                                            </p:graphicEl>
                                          </p:spTgt>
                                        </p:tgtEl>
                                        <p:attrNameLst>
                                          <p:attrName>ppt_y</p:attrName>
                                        </p:attrNameLst>
                                      </p:cBhvr>
                                      <p:tavLst>
                                        <p:tav tm="0" fmla="#ppt_y-sin(pi*$)/9">
                                          <p:val>
                                            <p:fltVal val="0"/>
                                          </p:val>
                                        </p:tav>
                                        <p:tav tm="100000">
                                          <p:val>
                                            <p:fltVal val="1"/>
                                          </p:val>
                                        </p:tav>
                                      </p:tavLst>
                                    </p:anim>
                                    <p:anim calcmode="lin" valueType="num">
                                      <p:cBhvr>
                                        <p:cTn id="148" dur="332" tmFilter="0, 0; 0.125,0.2665; 0.25,0.4; 0.375,0.465; 0.5,0.5;  0.625,0.535; 0.75,0.6; 0.875,0.7335; 1,1">
                                          <p:stCondLst>
                                            <p:cond delay="1324"/>
                                          </p:stCondLst>
                                        </p:cTn>
                                        <p:tgtEl>
                                          <p:spTgt spid="12">
                                            <p:graphicEl>
                                              <a:dgm id="{018BFB6B-4146-471B-8276-22483747309E}"/>
                                            </p:graphicEl>
                                          </p:spTgt>
                                        </p:tgtEl>
                                        <p:attrNameLst>
                                          <p:attrName>ppt_y</p:attrName>
                                        </p:attrNameLst>
                                      </p:cBhvr>
                                      <p:tavLst>
                                        <p:tav tm="0" fmla="#ppt_y-sin(pi*$)/27">
                                          <p:val>
                                            <p:fltVal val="0"/>
                                          </p:val>
                                        </p:tav>
                                        <p:tav tm="100000">
                                          <p:val>
                                            <p:fltVal val="1"/>
                                          </p:val>
                                        </p:tav>
                                      </p:tavLst>
                                    </p:anim>
                                    <p:anim calcmode="lin" valueType="num">
                                      <p:cBhvr>
                                        <p:cTn id="149" dur="164" tmFilter="0, 0; 0.125,0.2665; 0.25,0.4; 0.375,0.465; 0.5,0.5;  0.625,0.535; 0.75,0.6; 0.875,0.7335; 1,1">
                                          <p:stCondLst>
                                            <p:cond delay="1656"/>
                                          </p:stCondLst>
                                        </p:cTn>
                                        <p:tgtEl>
                                          <p:spTgt spid="12">
                                            <p:graphicEl>
                                              <a:dgm id="{018BFB6B-4146-471B-8276-22483747309E}"/>
                                            </p:graphicEl>
                                          </p:spTgt>
                                        </p:tgtEl>
                                        <p:attrNameLst>
                                          <p:attrName>ppt_y</p:attrName>
                                        </p:attrNameLst>
                                      </p:cBhvr>
                                      <p:tavLst>
                                        <p:tav tm="0" fmla="#ppt_y-sin(pi*$)/81">
                                          <p:val>
                                            <p:fltVal val="0"/>
                                          </p:val>
                                        </p:tav>
                                        <p:tav tm="100000">
                                          <p:val>
                                            <p:fltVal val="1"/>
                                          </p:val>
                                        </p:tav>
                                      </p:tavLst>
                                    </p:anim>
                                    <p:animScale>
                                      <p:cBhvr>
                                        <p:cTn id="150" dur="26">
                                          <p:stCondLst>
                                            <p:cond delay="650"/>
                                          </p:stCondLst>
                                        </p:cTn>
                                        <p:tgtEl>
                                          <p:spTgt spid="12">
                                            <p:graphicEl>
                                              <a:dgm id="{018BFB6B-4146-471B-8276-22483747309E}"/>
                                            </p:graphicEl>
                                          </p:spTgt>
                                        </p:tgtEl>
                                      </p:cBhvr>
                                      <p:to x="100000" y="60000"/>
                                    </p:animScale>
                                    <p:animScale>
                                      <p:cBhvr>
                                        <p:cTn id="151" dur="166" decel="50000">
                                          <p:stCondLst>
                                            <p:cond delay="676"/>
                                          </p:stCondLst>
                                        </p:cTn>
                                        <p:tgtEl>
                                          <p:spTgt spid="12">
                                            <p:graphicEl>
                                              <a:dgm id="{018BFB6B-4146-471B-8276-22483747309E}"/>
                                            </p:graphicEl>
                                          </p:spTgt>
                                        </p:tgtEl>
                                      </p:cBhvr>
                                      <p:to x="100000" y="100000"/>
                                    </p:animScale>
                                    <p:animScale>
                                      <p:cBhvr>
                                        <p:cTn id="152" dur="26">
                                          <p:stCondLst>
                                            <p:cond delay="1312"/>
                                          </p:stCondLst>
                                        </p:cTn>
                                        <p:tgtEl>
                                          <p:spTgt spid="12">
                                            <p:graphicEl>
                                              <a:dgm id="{018BFB6B-4146-471B-8276-22483747309E}"/>
                                            </p:graphicEl>
                                          </p:spTgt>
                                        </p:tgtEl>
                                      </p:cBhvr>
                                      <p:to x="100000" y="80000"/>
                                    </p:animScale>
                                    <p:animScale>
                                      <p:cBhvr>
                                        <p:cTn id="153" dur="166" decel="50000">
                                          <p:stCondLst>
                                            <p:cond delay="1338"/>
                                          </p:stCondLst>
                                        </p:cTn>
                                        <p:tgtEl>
                                          <p:spTgt spid="12">
                                            <p:graphicEl>
                                              <a:dgm id="{018BFB6B-4146-471B-8276-22483747309E}"/>
                                            </p:graphicEl>
                                          </p:spTgt>
                                        </p:tgtEl>
                                      </p:cBhvr>
                                      <p:to x="100000" y="100000"/>
                                    </p:animScale>
                                    <p:animScale>
                                      <p:cBhvr>
                                        <p:cTn id="154" dur="26">
                                          <p:stCondLst>
                                            <p:cond delay="1642"/>
                                          </p:stCondLst>
                                        </p:cTn>
                                        <p:tgtEl>
                                          <p:spTgt spid="12">
                                            <p:graphicEl>
                                              <a:dgm id="{018BFB6B-4146-471B-8276-22483747309E}"/>
                                            </p:graphicEl>
                                          </p:spTgt>
                                        </p:tgtEl>
                                      </p:cBhvr>
                                      <p:to x="100000" y="90000"/>
                                    </p:animScale>
                                    <p:animScale>
                                      <p:cBhvr>
                                        <p:cTn id="155" dur="166" decel="50000">
                                          <p:stCondLst>
                                            <p:cond delay="1668"/>
                                          </p:stCondLst>
                                        </p:cTn>
                                        <p:tgtEl>
                                          <p:spTgt spid="12">
                                            <p:graphicEl>
                                              <a:dgm id="{018BFB6B-4146-471B-8276-22483747309E}"/>
                                            </p:graphicEl>
                                          </p:spTgt>
                                        </p:tgtEl>
                                      </p:cBhvr>
                                      <p:to x="100000" y="100000"/>
                                    </p:animScale>
                                    <p:animScale>
                                      <p:cBhvr>
                                        <p:cTn id="156" dur="26">
                                          <p:stCondLst>
                                            <p:cond delay="1808"/>
                                          </p:stCondLst>
                                        </p:cTn>
                                        <p:tgtEl>
                                          <p:spTgt spid="12">
                                            <p:graphicEl>
                                              <a:dgm id="{018BFB6B-4146-471B-8276-22483747309E}"/>
                                            </p:graphicEl>
                                          </p:spTgt>
                                        </p:tgtEl>
                                      </p:cBhvr>
                                      <p:to x="100000" y="95000"/>
                                    </p:animScale>
                                    <p:animScale>
                                      <p:cBhvr>
                                        <p:cTn id="157" dur="166" decel="50000">
                                          <p:stCondLst>
                                            <p:cond delay="1834"/>
                                          </p:stCondLst>
                                        </p:cTn>
                                        <p:tgtEl>
                                          <p:spTgt spid="12">
                                            <p:graphicEl>
                                              <a:dgm id="{018BFB6B-4146-471B-8276-22483747309E}"/>
                                            </p:graphicEl>
                                          </p:spTgt>
                                        </p:tgtEl>
                                      </p:cBhvr>
                                      <p:to x="100000" y="100000"/>
                                    </p:animScale>
                                  </p:childTnLst>
                                </p:cTn>
                              </p:par>
                            </p:childTnLst>
                          </p:cTn>
                        </p:par>
                      </p:childTnLst>
                    </p:cTn>
                  </p:par>
                  <p:par>
                    <p:cTn id="158" fill="hold">
                      <p:stCondLst>
                        <p:cond delay="indefinite"/>
                      </p:stCondLst>
                      <p:childTnLst>
                        <p:par>
                          <p:cTn id="159" fill="hold">
                            <p:stCondLst>
                              <p:cond delay="0"/>
                            </p:stCondLst>
                            <p:childTnLst>
                              <p:par>
                                <p:cTn id="160" presetID="26" presetClass="entr" presetSubtype="0" fill="hold" grpId="0" nodeType="clickEffect">
                                  <p:stCondLst>
                                    <p:cond delay="0"/>
                                  </p:stCondLst>
                                  <p:childTnLst>
                                    <p:set>
                                      <p:cBhvr>
                                        <p:cTn id="161" dur="1" fill="hold">
                                          <p:stCondLst>
                                            <p:cond delay="0"/>
                                          </p:stCondLst>
                                        </p:cTn>
                                        <p:tgtEl>
                                          <p:spTgt spid="12">
                                            <p:graphicEl>
                                              <a:dgm id="{81D3C750-0478-49CC-B5A8-1AC998E2D77B}"/>
                                            </p:graphicEl>
                                          </p:spTgt>
                                        </p:tgtEl>
                                        <p:attrNameLst>
                                          <p:attrName>style.visibility</p:attrName>
                                        </p:attrNameLst>
                                      </p:cBhvr>
                                      <p:to>
                                        <p:strVal val="visible"/>
                                      </p:to>
                                    </p:set>
                                    <p:animEffect transition="in" filter="wipe(down)">
                                      <p:cBhvr>
                                        <p:cTn id="162" dur="580">
                                          <p:stCondLst>
                                            <p:cond delay="0"/>
                                          </p:stCondLst>
                                        </p:cTn>
                                        <p:tgtEl>
                                          <p:spTgt spid="12">
                                            <p:graphicEl>
                                              <a:dgm id="{81D3C750-0478-49CC-B5A8-1AC998E2D77B}"/>
                                            </p:graphicEl>
                                          </p:spTgt>
                                        </p:tgtEl>
                                      </p:cBhvr>
                                    </p:animEffect>
                                    <p:anim calcmode="lin" valueType="num">
                                      <p:cBhvr>
                                        <p:cTn id="163" dur="1822" tmFilter="0,0; 0.14,0.36; 0.43,0.73; 0.71,0.91; 1.0,1.0">
                                          <p:stCondLst>
                                            <p:cond delay="0"/>
                                          </p:stCondLst>
                                        </p:cTn>
                                        <p:tgtEl>
                                          <p:spTgt spid="12">
                                            <p:graphicEl>
                                              <a:dgm id="{81D3C750-0478-49CC-B5A8-1AC998E2D77B}"/>
                                            </p:graphicEl>
                                          </p:spTgt>
                                        </p:tgtEl>
                                        <p:attrNameLst>
                                          <p:attrName>ppt_x</p:attrName>
                                        </p:attrNameLst>
                                      </p:cBhvr>
                                      <p:tavLst>
                                        <p:tav tm="0">
                                          <p:val>
                                            <p:strVal val="#ppt_x-0.25"/>
                                          </p:val>
                                        </p:tav>
                                        <p:tav tm="100000">
                                          <p:val>
                                            <p:strVal val="#ppt_x"/>
                                          </p:val>
                                        </p:tav>
                                      </p:tavLst>
                                    </p:anim>
                                    <p:anim calcmode="lin" valueType="num">
                                      <p:cBhvr>
                                        <p:cTn id="164" dur="664" tmFilter="0.0,0.0; 0.25,0.07; 0.50,0.2; 0.75,0.467; 1.0,1.0">
                                          <p:stCondLst>
                                            <p:cond delay="0"/>
                                          </p:stCondLst>
                                        </p:cTn>
                                        <p:tgtEl>
                                          <p:spTgt spid="12">
                                            <p:graphicEl>
                                              <a:dgm id="{81D3C750-0478-49CC-B5A8-1AC998E2D77B}"/>
                                            </p:graphicEl>
                                          </p:spTgt>
                                        </p:tgtEl>
                                        <p:attrNameLst>
                                          <p:attrName>ppt_y</p:attrName>
                                        </p:attrNameLst>
                                      </p:cBhvr>
                                      <p:tavLst>
                                        <p:tav tm="0" fmla="#ppt_y-sin(pi*$)/3">
                                          <p:val>
                                            <p:fltVal val="0.5"/>
                                          </p:val>
                                        </p:tav>
                                        <p:tav tm="100000">
                                          <p:val>
                                            <p:fltVal val="1"/>
                                          </p:val>
                                        </p:tav>
                                      </p:tavLst>
                                    </p:anim>
                                    <p:anim calcmode="lin" valueType="num">
                                      <p:cBhvr>
                                        <p:cTn id="165" dur="664" tmFilter="0, 0; 0.125,0.2665; 0.25,0.4; 0.375,0.465; 0.5,0.5;  0.625,0.535; 0.75,0.6; 0.875,0.7335; 1,1">
                                          <p:stCondLst>
                                            <p:cond delay="664"/>
                                          </p:stCondLst>
                                        </p:cTn>
                                        <p:tgtEl>
                                          <p:spTgt spid="12">
                                            <p:graphicEl>
                                              <a:dgm id="{81D3C750-0478-49CC-B5A8-1AC998E2D77B}"/>
                                            </p:graphicEl>
                                          </p:spTgt>
                                        </p:tgtEl>
                                        <p:attrNameLst>
                                          <p:attrName>ppt_y</p:attrName>
                                        </p:attrNameLst>
                                      </p:cBhvr>
                                      <p:tavLst>
                                        <p:tav tm="0" fmla="#ppt_y-sin(pi*$)/9">
                                          <p:val>
                                            <p:fltVal val="0"/>
                                          </p:val>
                                        </p:tav>
                                        <p:tav tm="100000">
                                          <p:val>
                                            <p:fltVal val="1"/>
                                          </p:val>
                                        </p:tav>
                                      </p:tavLst>
                                    </p:anim>
                                    <p:anim calcmode="lin" valueType="num">
                                      <p:cBhvr>
                                        <p:cTn id="166" dur="332" tmFilter="0, 0; 0.125,0.2665; 0.25,0.4; 0.375,0.465; 0.5,0.5;  0.625,0.535; 0.75,0.6; 0.875,0.7335; 1,1">
                                          <p:stCondLst>
                                            <p:cond delay="1324"/>
                                          </p:stCondLst>
                                        </p:cTn>
                                        <p:tgtEl>
                                          <p:spTgt spid="12">
                                            <p:graphicEl>
                                              <a:dgm id="{81D3C750-0478-49CC-B5A8-1AC998E2D77B}"/>
                                            </p:graphicEl>
                                          </p:spTgt>
                                        </p:tgtEl>
                                        <p:attrNameLst>
                                          <p:attrName>ppt_y</p:attrName>
                                        </p:attrNameLst>
                                      </p:cBhvr>
                                      <p:tavLst>
                                        <p:tav tm="0" fmla="#ppt_y-sin(pi*$)/27">
                                          <p:val>
                                            <p:fltVal val="0"/>
                                          </p:val>
                                        </p:tav>
                                        <p:tav tm="100000">
                                          <p:val>
                                            <p:fltVal val="1"/>
                                          </p:val>
                                        </p:tav>
                                      </p:tavLst>
                                    </p:anim>
                                    <p:anim calcmode="lin" valueType="num">
                                      <p:cBhvr>
                                        <p:cTn id="167" dur="164" tmFilter="0, 0; 0.125,0.2665; 0.25,0.4; 0.375,0.465; 0.5,0.5;  0.625,0.535; 0.75,0.6; 0.875,0.7335; 1,1">
                                          <p:stCondLst>
                                            <p:cond delay="1656"/>
                                          </p:stCondLst>
                                        </p:cTn>
                                        <p:tgtEl>
                                          <p:spTgt spid="12">
                                            <p:graphicEl>
                                              <a:dgm id="{81D3C750-0478-49CC-B5A8-1AC998E2D77B}"/>
                                            </p:graphicEl>
                                          </p:spTgt>
                                        </p:tgtEl>
                                        <p:attrNameLst>
                                          <p:attrName>ppt_y</p:attrName>
                                        </p:attrNameLst>
                                      </p:cBhvr>
                                      <p:tavLst>
                                        <p:tav tm="0" fmla="#ppt_y-sin(pi*$)/81">
                                          <p:val>
                                            <p:fltVal val="0"/>
                                          </p:val>
                                        </p:tav>
                                        <p:tav tm="100000">
                                          <p:val>
                                            <p:fltVal val="1"/>
                                          </p:val>
                                        </p:tav>
                                      </p:tavLst>
                                    </p:anim>
                                    <p:animScale>
                                      <p:cBhvr>
                                        <p:cTn id="168" dur="26">
                                          <p:stCondLst>
                                            <p:cond delay="650"/>
                                          </p:stCondLst>
                                        </p:cTn>
                                        <p:tgtEl>
                                          <p:spTgt spid="12">
                                            <p:graphicEl>
                                              <a:dgm id="{81D3C750-0478-49CC-B5A8-1AC998E2D77B}"/>
                                            </p:graphicEl>
                                          </p:spTgt>
                                        </p:tgtEl>
                                      </p:cBhvr>
                                      <p:to x="100000" y="60000"/>
                                    </p:animScale>
                                    <p:animScale>
                                      <p:cBhvr>
                                        <p:cTn id="169" dur="166" decel="50000">
                                          <p:stCondLst>
                                            <p:cond delay="676"/>
                                          </p:stCondLst>
                                        </p:cTn>
                                        <p:tgtEl>
                                          <p:spTgt spid="12">
                                            <p:graphicEl>
                                              <a:dgm id="{81D3C750-0478-49CC-B5A8-1AC998E2D77B}"/>
                                            </p:graphicEl>
                                          </p:spTgt>
                                        </p:tgtEl>
                                      </p:cBhvr>
                                      <p:to x="100000" y="100000"/>
                                    </p:animScale>
                                    <p:animScale>
                                      <p:cBhvr>
                                        <p:cTn id="170" dur="26">
                                          <p:stCondLst>
                                            <p:cond delay="1312"/>
                                          </p:stCondLst>
                                        </p:cTn>
                                        <p:tgtEl>
                                          <p:spTgt spid="12">
                                            <p:graphicEl>
                                              <a:dgm id="{81D3C750-0478-49CC-B5A8-1AC998E2D77B}"/>
                                            </p:graphicEl>
                                          </p:spTgt>
                                        </p:tgtEl>
                                      </p:cBhvr>
                                      <p:to x="100000" y="80000"/>
                                    </p:animScale>
                                    <p:animScale>
                                      <p:cBhvr>
                                        <p:cTn id="171" dur="166" decel="50000">
                                          <p:stCondLst>
                                            <p:cond delay="1338"/>
                                          </p:stCondLst>
                                        </p:cTn>
                                        <p:tgtEl>
                                          <p:spTgt spid="12">
                                            <p:graphicEl>
                                              <a:dgm id="{81D3C750-0478-49CC-B5A8-1AC998E2D77B}"/>
                                            </p:graphicEl>
                                          </p:spTgt>
                                        </p:tgtEl>
                                      </p:cBhvr>
                                      <p:to x="100000" y="100000"/>
                                    </p:animScale>
                                    <p:animScale>
                                      <p:cBhvr>
                                        <p:cTn id="172" dur="26">
                                          <p:stCondLst>
                                            <p:cond delay="1642"/>
                                          </p:stCondLst>
                                        </p:cTn>
                                        <p:tgtEl>
                                          <p:spTgt spid="12">
                                            <p:graphicEl>
                                              <a:dgm id="{81D3C750-0478-49CC-B5A8-1AC998E2D77B}"/>
                                            </p:graphicEl>
                                          </p:spTgt>
                                        </p:tgtEl>
                                      </p:cBhvr>
                                      <p:to x="100000" y="90000"/>
                                    </p:animScale>
                                    <p:animScale>
                                      <p:cBhvr>
                                        <p:cTn id="173" dur="166" decel="50000">
                                          <p:stCondLst>
                                            <p:cond delay="1668"/>
                                          </p:stCondLst>
                                        </p:cTn>
                                        <p:tgtEl>
                                          <p:spTgt spid="12">
                                            <p:graphicEl>
                                              <a:dgm id="{81D3C750-0478-49CC-B5A8-1AC998E2D77B}"/>
                                            </p:graphicEl>
                                          </p:spTgt>
                                        </p:tgtEl>
                                      </p:cBhvr>
                                      <p:to x="100000" y="100000"/>
                                    </p:animScale>
                                    <p:animScale>
                                      <p:cBhvr>
                                        <p:cTn id="174" dur="26">
                                          <p:stCondLst>
                                            <p:cond delay="1808"/>
                                          </p:stCondLst>
                                        </p:cTn>
                                        <p:tgtEl>
                                          <p:spTgt spid="12">
                                            <p:graphicEl>
                                              <a:dgm id="{81D3C750-0478-49CC-B5A8-1AC998E2D77B}"/>
                                            </p:graphicEl>
                                          </p:spTgt>
                                        </p:tgtEl>
                                      </p:cBhvr>
                                      <p:to x="100000" y="95000"/>
                                    </p:animScale>
                                    <p:animScale>
                                      <p:cBhvr>
                                        <p:cTn id="175" dur="166" decel="50000">
                                          <p:stCondLst>
                                            <p:cond delay="1834"/>
                                          </p:stCondLst>
                                        </p:cTn>
                                        <p:tgtEl>
                                          <p:spTgt spid="12">
                                            <p:graphicEl>
                                              <a:dgm id="{81D3C750-0478-49CC-B5A8-1AC998E2D77B}"/>
                                            </p:graphic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Graphic spid="7" grpId="0">
        <p:bldSub>
          <a:bldDgm bld="lvlOne"/>
        </p:bldSub>
      </p:bldGraphic>
      <p:bldGraphic spid="8" grpId="0">
        <p:bldSub>
          <a:bldDgm bld="lvlOne"/>
        </p:bldSub>
      </p:bldGraphic>
      <p:bldGraphic spid="10" grpId="0">
        <p:bldSub>
          <a:bldDgm bld="lvlOne"/>
        </p:bldSub>
      </p:bldGraphic>
      <p:bldGraphic spid="11" grpId="0">
        <p:bldSub>
          <a:bldDgm bld="lvlOne"/>
        </p:bldSub>
      </p:bldGraphic>
      <p:bldGraphic spid="12" grpId="0">
        <p:bldSub>
          <a:bldDgm bld="lvl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1934" y="655049"/>
            <a:ext cx="10992897" cy="4834144"/>
          </a:xfrm>
          <a:prstGeom prst="rect">
            <a:avLst/>
          </a:prstGeom>
        </p:spPr>
        <p:txBody>
          <a:bodyPr wrap="square">
            <a:spAutoFit/>
          </a:bodyPr>
          <a:lstStyle/>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DQL (Data Query Language)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r>
              <a:rPr lang="en-IN" dirty="0" smtClean="0">
                <a:latin typeface="Candara" panose="020E0502030303020204" pitchFamily="34" charset="0"/>
                <a:ea typeface="Times New Roman" panose="02020603050405020304" pitchFamily="18" charset="0"/>
                <a:cs typeface="Times New Roman" panose="02020603050405020304" pitchFamily="18" charset="0"/>
              </a:rPr>
              <a:t>Used </a:t>
            </a:r>
            <a:r>
              <a:rPr lang="en-IN" dirty="0">
                <a:latin typeface="Candara" panose="020E0502030303020204" pitchFamily="34" charset="0"/>
                <a:ea typeface="Times New Roman" panose="02020603050405020304" pitchFamily="18" charset="0"/>
                <a:cs typeface="Times New Roman" panose="02020603050405020304" pitchFamily="18" charset="0"/>
              </a:rPr>
              <a:t>to fetch or retrieve data from the database.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smtClean="0">
                <a:latin typeface="Candara" panose="020E0502030303020204" pitchFamily="34" charset="0"/>
                <a:ea typeface="Times New Roman" panose="02020603050405020304" pitchFamily="18" charset="0"/>
                <a:cs typeface="Times New Roman" panose="02020603050405020304" pitchFamily="18" charset="0"/>
              </a:rPr>
              <a:t>DML </a:t>
            </a:r>
            <a:r>
              <a:rPr lang="en-IN" dirty="0">
                <a:latin typeface="Candara" panose="020E0502030303020204" pitchFamily="34" charset="0"/>
                <a:ea typeface="Times New Roman" panose="02020603050405020304" pitchFamily="18" charset="0"/>
                <a:cs typeface="Times New Roman" panose="02020603050405020304" pitchFamily="18" charset="0"/>
              </a:rPr>
              <a:t>(Data Manipulation Language)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r>
              <a:rPr lang="en-IN" dirty="0" smtClean="0">
                <a:latin typeface="Candara" panose="020E0502030303020204" pitchFamily="34" charset="0"/>
                <a:ea typeface="Times New Roman" panose="02020603050405020304" pitchFamily="18" charset="0"/>
                <a:cs typeface="Times New Roman" panose="02020603050405020304" pitchFamily="18" charset="0"/>
              </a:rPr>
              <a:t>Used </a:t>
            </a:r>
            <a:r>
              <a:rPr lang="en-IN" dirty="0">
                <a:latin typeface="Candara" panose="020E0502030303020204" pitchFamily="34" charset="0"/>
                <a:ea typeface="Times New Roman" panose="02020603050405020304" pitchFamily="18" charset="0"/>
                <a:cs typeface="Times New Roman" panose="02020603050405020304" pitchFamily="18" charset="0"/>
              </a:rPr>
              <a:t>to modify the data stored within existing database objects.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DDL (Data Definition Language)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r>
              <a:rPr lang="en-IN" dirty="0" smtClean="0">
                <a:latin typeface="Candara" panose="020E0502030303020204" pitchFamily="34" charset="0"/>
                <a:ea typeface="Times New Roman" panose="02020603050405020304" pitchFamily="18" charset="0"/>
                <a:cs typeface="Times New Roman" panose="02020603050405020304" pitchFamily="18" charset="0"/>
              </a:rPr>
              <a:t>Used </a:t>
            </a:r>
            <a:r>
              <a:rPr lang="en-IN" dirty="0">
                <a:latin typeface="Candara" panose="020E0502030303020204" pitchFamily="34" charset="0"/>
                <a:ea typeface="Times New Roman" panose="02020603050405020304" pitchFamily="18" charset="0"/>
                <a:cs typeface="Times New Roman" panose="02020603050405020304" pitchFamily="18" charset="0"/>
              </a:rPr>
              <a:t>to define, alter, or safely destroy the structure of database objects like tables, indexes, and schemas.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DCL (Data Control Language)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r>
              <a:rPr lang="en-IN" dirty="0" smtClean="0">
                <a:latin typeface="Candara" panose="020E0502030303020204" pitchFamily="34" charset="0"/>
                <a:ea typeface="Times New Roman" panose="02020603050405020304" pitchFamily="18" charset="0"/>
                <a:cs typeface="Times New Roman" panose="02020603050405020304" pitchFamily="18" charset="0"/>
              </a:rPr>
              <a:t>Used </a:t>
            </a:r>
            <a:r>
              <a:rPr lang="en-IN" dirty="0">
                <a:latin typeface="Candara" panose="020E0502030303020204" pitchFamily="34" charset="0"/>
                <a:ea typeface="Times New Roman" panose="02020603050405020304" pitchFamily="18" charset="0"/>
                <a:cs typeface="Times New Roman" panose="02020603050405020304" pitchFamily="18" charset="0"/>
              </a:rPr>
              <a:t>to manage permissions and access control for database users.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endParaRPr lang="en-IN" dirty="0">
              <a:latin typeface="Candara" panose="020E050203030302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TCL (Transaction Control Language) </a:t>
            </a:r>
            <a:endParaRPr lang="en-IN" dirty="0" smtClean="0">
              <a:latin typeface="Candara" panose="020E0502030303020204" pitchFamily="34" charset="0"/>
              <a:ea typeface="Times New Roman" panose="02020603050405020304" pitchFamily="18" charset="0"/>
              <a:cs typeface="Times New Roman" panose="02020603050405020304" pitchFamily="18" charset="0"/>
            </a:endParaRPr>
          </a:p>
          <a:p>
            <a:pPr>
              <a:lnSpc>
                <a:spcPct val="107000"/>
              </a:lnSpc>
              <a:spcAft>
                <a:spcPts val="0"/>
              </a:spcAft>
            </a:pPr>
            <a:r>
              <a:rPr lang="en-IN" dirty="0">
                <a:latin typeface="Candara" panose="020E0502030303020204" pitchFamily="34" charset="0"/>
                <a:ea typeface="Times New Roman" panose="02020603050405020304" pitchFamily="18" charset="0"/>
                <a:cs typeface="Times New Roman" panose="02020603050405020304" pitchFamily="18" charset="0"/>
              </a:rPr>
              <a:t>	</a:t>
            </a:r>
            <a:r>
              <a:rPr lang="en-IN" dirty="0" smtClean="0">
                <a:latin typeface="Candara" panose="020E0502030303020204" pitchFamily="34" charset="0"/>
                <a:ea typeface="Times New Roman" panose="02020603050405020304" pitchFamily="18" charset="0"/>
                <a:cs typeface="Times New Roman" panose="02020603050405020304" pitchFamily="18" charset="0"/>
              </a:rPr>
              <a:t>Used </a:t>
            </a:r>
            <a:r>
              <a:rPr lang="en-IN" dirty="0">
                <a:latin typeface="Candara" panose="020E0502030303020204" pitchFamily="34" charset="0"/>
                <a:ea typeface="Times New Roman" panose="02020603050405020304" pitchFamily="18" charset="0"/>
                <a:cs typeface="Times New Roman" panose="02020603050405020304" pitchFamily="18" charset="0"/>
              </a:rPr>
              <a:t>to manage transactions, ensuring data integrity and consistency during multi-step DML operations. </a:t>
            </a:r>
            <a:endParaRPr lang="en-IN" dirty="0">
              <a:latin typeface="Candara" panose="020E0502030303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683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wipe(left)">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wipe(left)">
                                      <p:cBhvr>
                                        <p:cTn id="37" dur="500"/>
                                        <p:tgtEl>
                                          <p:spTgt spid="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wipe(left)">
                                      <p:cBhvr>
                                        <p:cTn id="42" dur="500"/>
                                        <p:tgtEl>
                                          <p:spTgt spid="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wipe(left)">
                                      <p:cBhvr>
                                        <p:cTn id="47" dur="500"/>
                                        <p:tgtEl>
                                          <p:spTgt spid="4">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wipe(left)">
                                      <p:cBhvr>
                                        <p:cTn id="52" dur="500"/>
                                        <p:tgtEl>
                                          <p:spTgt spid="4">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xEl>
                                              <p:pRg st="11" end="11"/>
                                            </p:txEl>
                                          </p:spTgt>
                                        </p:tgtEl>
                                        <p:attrNameLst>
                                          <p:attrName>style.visibility</p:attrName>
                                        </p:attrNameLst>
                                      </p:cBhvr>
                                      <p:to>
                                        <p:strVal val="visible"/>
                                      </p:to>
                                    </p:set>
                                    <p:animEffect transition="in" filter="wipe(left)">
                                      <p:cBhvr>
                                        <p:cTn id="57" dur="500"/>
                                        <p:tgtEl>
                                          <p:spTgt spid="4">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xEl>
                                              <p:pRg st="12" end="12"/>
                                            </p:txEl>
                                          </p:spTgt>
                                        </p:tgtEl>
                                        <p:attrNameLst>
                                          <p:attrName>style.visibility</p:attrName>
                                        </p:attrNameLst>
                                      </p:cBhvr>
                                      <p:to>
                                        <p:strVal val="visible"/>
                                      </p:to>
                                    </p:set>
                                    <p:animEffect transition="in" filter="wipe(left)">
                                      <p:cBhvr>
                                        <p:cTn id="62" dur="500"/>
                                        <p:tgtEl>
                                          <p:spTgt spid="4">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animEffect transition="in" filter="wipe(left)">
                                      <p:cBhvr>
                                        <p:cTn id="67"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888125458"/>
              </p:ext>
            </p:extLst>
          </p:nvPr>
        </p:nvGraphicFramePr>
        <p:xfrm>
          <a:off x="783772" y="237104"/>
          <a:ext cx="3107094" cy="759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904935283"/>
              </p:ext>
            </p:extLst>
          </p:nvPr>
        </p:nvGraphicFramePr>
        <p:xfrm>
          <a:off x="611515" y="4661063"/>
          <a:ext cx="5122505" cy="18916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p:cNvGraphicFramePr/>
          <p:nvPr>
            <p:extLst>
              <p:ext uri="{D42A27DB-BD31-4B8C-83A1-F6EECF244321}">
                <p14:modId xmlns:p14="http://schemas.microsoft.com/office/powerpoint/2010/main" val="4220790899"/>
              </p:ext>
            </p:extLst>
          </p:nvPr>
        </p:nvGraphicFramePr>
        <p:xfrm>
          <a:off x="-393341" y="996960"/>
          <a:ext cx="8568414" cy="325638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42129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graphicEl>
                                              <a:dgm id="{302900EE-7B07-4D1C-BD56-4B79636F3F53}"/>
                                            </p:graphicEl>
                                          </p:spTgt>
                                        </p:tgtEl>
                                        <p:attrNameLst>
                                          <p:attrName>style.visibility</p:attrName>
                                        </p:attrNameLst>
                                      </p:cBhvr>
                                      <p:to>
                                        <p:strVal val="visible"/>
                                      </p:to>
                                    </p:set>
                                    <p:animEffect transition="in" filter="circle(in)">
                                      <p:cBhvr>
                                        <p:cTn id="7" dur="500"/>
                                        <p:tgtEl>
                                          <p:spTgt spid="4">
                                            <p:graphicEl>
                                              <a:dgm id="{302900EE-7B07-4D1C-BD56-4B79636F3F5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graphicEl>
                                              <a:dgm id="{91551773-6171-4992-B489-C93AA5572E6A}"/>
                                            </p:graphicEl>
                                          </p:spTgt>
                                        </p:tgtEl>
                                        <p:attrNameLst>
                                          <p:attrName>style.visibility</p:attrName>
                                        </p:attrNameLst>
                                      </p:cBhvr>
                                      <p:to>
                                        <p:strVal val="visible"/>
                                      </p:to>
                                    </p:set>
                                    <p:animEffect transition="in" filter="circle(in)">
                                      <p:cBhvr>
                                        <p:cTn id="12" dur="500"/>
                                        <p:tgtEl>
                                          <p:spTgt spid="4">
                                            <p:graphicEl>
                                              <a:dgm id="{91551773-6171-4992-B489-C93AA5572E6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graphicEl>
                                              <a:dgm id="{474F38FF-1D6D-4A45-A4EA-C3E5C01483D6}"/>
                                            </p:graphicEl>
                                          </p:spTgt>
                                        </p:tgtEl>
                                        <p:attrNameLst>
                                          <p:attrName>style.visibility</p:attrName>
                                        </p:attrNameLst>
                                      </p:cBhvr>
                                      <p:to>
                                        <p:strVal val="visible"/>
                                      </p:to>
                                    </p:set>
                                    <p:animEffect transition="in" filter="circle(in)">
                                      <p:cBhvr>
                                        <p:cTn id="17" dur="500"/>
                                        <p:tgtEl>
                                          <p:spTgt spid="4">
                                            <p:graphicEl>
                                              <a:dgm id="{474F38FF-1D6D-4A45-A4EA-C3E5C01483D6}"/>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
                                            <p:graphicEl>
                                              <a:dgm id="{2EB36F24-12BE-4A0B-8D32-B0C5DDA2CD93}"/>
                                            </p:graphicEl>
                                          </p:spTgt>
                                        </p:tgtEl>
                                        <p:attrNameLst>
                                          <p:attrName>style.visibility</p:attrName>
                                        </p:attrNameLst>
                                      </p:cBhvr>
                                      <p:to>
                                        <p:strVal val="visible"/>
                                      </p:to>
                                    </p:set>
                                    <p:animEffect transition="in" filter="circle(in)">
                                      <p:cBhvr>
                                        <p:cTn id="22" dur="500"/>
                                        <p:tgtEl>
                                          <p:spTgt spid="4">
                                            <p:graphicEl>
                                              <a:dgm id="{2EB36F24-12BE-4A0B-8D32-B0C5DDA2CD9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
                                            <p:graphicEl>
                                              <a:dgm id="{443BAD9A-A555-4CDD-931F-32E60D24201F}"/>
                                            </p:graphicEl>
                                          </p:spTgt>
                                        </p:tgtEl>
                                        <p:attrNameLst>
                                          <p:attrName>style.visibility</p:attrName>
                                        </p:attrNameLst>
                                      </p:cBhvr>
                                      <p:to>
                                        <p:strVal val="visible"/>
                                      </p:to>
                                    </p:set>
                                    <p:animEffect transition="in" filter="circle(in)">
                                      <p:cBhvr>
                                        <p:cTn id="27" dur="500"/>
                                        <p:tgtEl>
                                          <p:spTgt spid="4">
                                            <p:graphicEl>
                                              <a:dgm id="{443BAD9A-A555-4CDD-931F-32E60D24201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6">
                                            <p:graphicEl>
                                              <a:dgm id="{3894083E-F76C-4377-96D5-5DB4500E31CB}"/>
                                            </p:graphicEl>
                                          </p:spTgt>
                                        </p:tgtEl>
                                        <p:attrNameLst>
                                          <p:attrName>style.visibility</p:attrName>
                                        </p:attrNameLst>
                                      </p:cBhvr>
                                      <p:to>
                                        <p:strVal val="visible"/>
                                      </p:to>
                                    </p:set>
                                    <p:animEffect transition="in" filter="circle(in)">
                                      <p:cBhvr>
                                        <p:cTn id="32" dur="500"/>
                                        <p:tgtEl>
                                          <p:spTgt spid="6">
                                            <p:graphicEl>
                                              <a:dgm id="{3894083E-F76C-4377-96D5-5DB4500E31C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6">
                                            <p:graphicEl>
                                              <a:dgm id="{4C7C6B0E-B1CC-447F-9160-4EF4A4664177}"/>
                                            </p:graphicEl>
                                          </p:spTgt>
                                        </p:tgtEl>
                                        <p:attrNameLst>
                                          <p:attrName>style.visibility</p:attrName>
                                        </p:attrNameLst>
                                      </p:cBhvr>
                                      <p:to>
                                        <p:strVal val="visible"/>
                                      </p:to>
                                    </p:set>
                                    <p:animEffect transition="in" filter="circle(in)">
                                      <p:cBhvr>
                                        <p:cTn id="37" dur="500"/>
                                        <p:tgtEl>
                                          <p:spTgt spid="6">
                                            <p:graphicEl>
                                              <a:dgm id="{4C7C6B0E-B1CC-447F-9160-4EF4A4664177}"/>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6">
                                            <p:graphicEl>
                                              <a:dgm id="{FE97EA39-0ED1-45D6-A6BC-A478372E17C3}"/>
                                            </p:graphicEl>
                                          </p:spTgt>
                                        </p:tgtEl>
                                        <p:attrNameLst>
                                          <p:attrName>style.visibility</p:attrName>
                                        </p:attrNameLst>
                                      </p:cBhvr>
                                      <p:to>
                                        <p:strVal val="visible"/>
                                      </p:to>
                                    </p:set>
                                    <p:animEffect transition="in" filter="circle(in)">
                                      <p:cBhvr>
                                        <p:cTn id="42" dur="500"/>
                                        <p:tgtEl>
                                          <p:spTgt spid="6">
                                            <p:graphicEl>
                                              <a:dgm id="{FE97EA39-0ED1-45D6-A6BC-A478372E17C3}"/>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6">
                                            <p:graphicEl>
                                              <a:dgm id="{94CBDCDF-2FAC-48F3-89F2-8FD56FC4E096}"/>
                                            </p:graphicEl>
                                          </p:spTgt>
                                        </p:tgtEl>
                                        <p:attrNameLst>
                                          <p:attrName>style.visibility</p:attrName>
                                        </p:attrNameLst>
                                      </p:cBhvr>
                                      <p:to>
                                        <p:strVal val="visible"/>
                                      </p:to>
                                    </p:set>
                                    <p:animEffect transition="in" filter="circle(in)">
                                      <p:cBhvr>
                                        <p:cTn id="47" dur="500"/>
                                        <p:tgtEl>
                                          <p:spTgt spid="6">
                                            <p:graphicEl>
                                              <a:dgm id="{94CBDCDF-2FAC-48F3-89F2-8FD56FC4E096}"/>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6">
                                            <p:graphicEl>
                                              <a:dgm id="{1277BF99-B26F-49A2-B368-F6C20E40EB81}"/>
                                            </p:graphicEl>
                                          </p:spTgt>
                                        </p:tgtEl>
                                        <p:attrNameLst>
                                          <p:attrName>style.visibility</p:attrName>
                                        </p:attrNameLst>
                                      </p:cBhvr>
                                      <p:to>
                                        <p:strVal val="visible"/>
                                      </p:to>
                                    </p:set>
                                    <p:animEffect transition="in" filter="circle(in)">
                                      <p:cBhvr>
                                        <p:cTn id="52" dur="500"/>
                                        <p:tgtEl>
                                          <p:spTgt spid="6">
                                            <p:graphicEl>
                                              <a:dgm id="{1277BF99-B26F-49A2-B368-F6C20E40EB81}"/>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6">
                                            <p:graphicEl>
                                              <a:dgm id="{25DEDBB7-AD84-42AD-867B-E38E33D45CB9}"/>
                                            </p:graphicEl>
                                          </p:spTgt>
                                        </p:tgtEl>
                                        <p:attrNameLst>
                                          <p:attrName>style.visibility</p:attrName>
                                        </p:attrNameLst>
                                      </p:cBhvr>
                                      <p:to>
                                        <p:strVal val="visible"/>
                                      </p:to>
                                    </p:set>
                                    <p:animEffect transition="in" filter="circle(in)">
                                      <p:cBhvr>
                                        <p:cTn id="57" dur="500"/>
                                        <p:tgtEl>
                                          <p:spTgt spid="6">
                                            <p:graphicEl>
                                              <a:dgm id="{25DEDBB7-AD84-42AD-867B-E38E33D45CB9}"/>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6">
                                            <p:graphicEl>
                                              <a:dgm id="{F8B3A0FD-B045-4738-B7C2-84A624645D87}"/>
                                            </p:graphicEl>
                                          </p:spTgt>
                                        </p:tgtEl>
                                        <p:attrNameLst>
                                          <p:attrName>style.visibility</p:attrName>
                                        </p:attrNameLst>
                                      </p:cBhvr>
                                      <p:to>
                                        <p:strVal val="visible"/>
                                      </p:to>
                                    </p:set>
                                    <p:animEffect transition="in" filter="circle(in)">
                                      <p:cBhvr>
                                        <p:cTn id="62" dur="500"/>
                                        <p:tgtEl>
                                          <p:spTgt spid="6">
                                            <p:graphicEl>
                                              <a:dgm id="{F8B3A0FD-B045-4738-B7C2-84A624645D87}"/>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6">
                                            <p:graphicEl>
                                              <a:dgm id="{097CCFDC-3E04-44CE-91CD-4281F25BA747}"/>
                                            </p:graphicEl>
                                          </p:spTgt>
                                        </p:tgtEl>
                                        <p:attrNameLst>
                                          <p:attrName>style.visibility</p:attrName>
                                        </p:attrNameLst>
                                      </p:cBhvr>
                                      <p:to>
                                        <p:strVal val="visible"/>
                                      </p:to>
                                    </p:set>
                                    <p:animEffect transition="in" filter="circle(in)">
                                      <p:cBhvr>
                                        <p:cTn id="67" dur="500"/>
                                        <p:tgtEl>
                                          <p:spTgt spid="6">
                                            <p:graphicEl>
                                              <a:dgm id="{097CCFDC-3E04-44CE-91CD-4281F25BA747}"/>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6">
                                            <p:graphicEl>
                                              <a:dgm id="{7FF22E21-4121-4936-877F-55040E8DCC27}"/>
                                            </p:graphicEl>
                                          </p:spTgt>
                                        </p:tgtEl>
                                        <p:attrNameLst>
                                          <p:attrName>style.visibility</p:attrName>
                                        </p:attrNameLst>
                                      </p:cBhvr>
                                      <p:to>
                                        <p:strVal val="visible"/>
                                      </p:to>
                                    </p:set>
                                    <p:animEffect transition="in" filter="circle(in)">
                                      <p:cBhvr>
                                        <p:cTn id="72" dur="500"/>
                                        <p:tgtEl>
                                          <p:spTgt spid="6">
                                            <p:graphicEl>
                                              <a:dgm id="{7FF22E21-4121-4936-877F-55040E8DCC27}"/>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6">
                                            <p:graphicEl>
                                              <a:dgm id="{DF5EC294-0BA9-494C-8C93-22760D10A177}"/>
                                            </p:graphicEl>
                                          </p:spTgt>
                                        </p:tgtEl>
                                        <p:attrNameLst>
                                          <p:attrName>style.visibility</p:attrName>
                                        </p:attrNameLst>
                                      </p:cBhvr>
                                      <p:to>
                                        <p:strVal val="visible"/>
                                      </p:to>
                                    </p:set>
                                    <p:animEffect transition="in" filter="circle(in)">
                                      <p:cBhvr>
                                        <p:cTn id="77" dur="500"/>
                                        <p:tgtEl>
                                          <p:spTgt spid="6">
                                            <p:graphicEl>
                                              <a:dgm id="{DF5EC294-0BA9-494C-8C93-22760D10A177}"/>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6">
                                            <p:graphicEl>
                                              <a:dgm id="{1841944F-C3E7-4023-AD33-BE6B00028442}"/>
                                            </p:graphicEl>
                                          </p:spTgt>
                                        </p:tgtEl>
                                        <p:attrNameLst>
                                          <p:attrName>style.visibility</p:attrName>
                                        </p:attrNameLst>
                                      </p:cBhvr>
                                      <p:to>
                                        <p:strVal val="visible"/>
                                      </p:to>
                                    </p:set>
                                    <p:animEffect transition="in" filter="circle(in)">
                                      <p:cBhvr>
                                        <p:cTn id="82" dur="500"/>
                                        <p:tgtEl>
                                          <p:spTgt spid="6">
                                            <p:graphicEl>
                                              <a:dgm id="{1841944F-C3E7-4023-AD33-BE6B00028442}"/>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6">
                                            <p:graphicEl>
                                              <a:dgm id="{8675AB5E-098A-4D78-8B24-39DA263DE5E2}"/>
                                            </p:graphicEl>
                                          </p:spTgt>
                                        </p:tgtEl>
                                        <p:attrNameLst>
                                          <p:attrName>style.visibility</p:attrName>
                                        </p:attrNameLst>
                                      </p:cBhvr>
                                      <p:to>
                                        <p:strVal val="visible"/>
                                      </p:to>
                                    </p:set>
                                    <p:animEffect transition="in" filter="circle(in)">
                                      <p:cBhvr>
                                        <p:cTn id="87" dur="500"/>
                                        <p:tgtEl>
                                          <p:spTgt spid="6">
                                            <p:graphicEl>
                                              <a:dgm id="{8675AB5E-098A-4D78-8B24-39DA263DE5E2}"/>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grpId="0" nodeType="clickEffect">
                                  <p:stCondLst>
                                    <p:cond delay="0"/>
                                  </p:stCondLst>
                                  <p:childTnLst>
                                    <p:set>
                                      <p:cBhvr>
                                        <p:cTn id="91" dur="1" fill="hold">
                                          <p:stCondLst>
                                            <p:cond delay="0"/>
                                          </p:stCondLst>
                                        </p:cTn>
                                        <p:tgtEl>
                                          <p:spTgt spid="6">
                                            <p:graphicEl>
                                              <a:dgm id="{28B8ADB4-E738-4A21-8071-457198184814}"/>
                                            </p:graphicEl>
                                          </p:spTgt>
                                        </p:tgtEl>
                                        <p:attrNameLst>
                                          <p:attrName>style.visibility</p:attrName>
                                        </p:attrNameLst>
                                      </p:cBhvr>
                                      <p:to>
                                        <p:strVal val="visible"/>
                                      </p:to>
                                    </p:set>
                                    <p:animEffect transition="in" filter="circle(in)">
                                      <p:cBhvr>
                                        <p:cTn id="92" dur="500"/>
                                        <p:tgtEl>
                                          <p:spTgt spid="6">
                                            <p:graphicEl>
                                              <a:dgm id="{28B8ADB4-E738-4A21-8071-457198184814}"/>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grpId="0" nodeType="clickEffect">
                                  <p:stCondLst>
                                    <p:cond delay="0"/>
                                  </p:stCondLst>
                                  <p:childTnLst>
                                    <p:set>
                                      <p:cBhvr>
                                        <p:cTn id="96" dur="1" fill="hold">
                                          <p:stCondLst>
                                            <p:cond delay="0"/>
                                          </p:stCondLst>
                                        </p:cTn>
                                        <p:tgtEl>
                                          <p:spTgt spid="6">
                                            <p:graphicEl>
                                              <a:dgm id="{5BBEEBE9-3BBF-455E-A7F2-BB813ACFF09E}"/>
                                            </p:graphicEl>
                                          </p:spTgt>
                                        </p:tgtEl>
                                        <p:attrNameLst>
                                          <p:attrName>style.visibility</p:attrName>
                                        </p:attrNameLst>
                                      </p:cBhvr>
                                      <p:to>
                                        <p:strVal val="visible"/>
                                      </p:to>
                                    </p:set>
                                    <p:animEffect transition="in" filter="circle(in)">
                                      <p:cBhvr>
                                        <p:cTn id="97" dur="500"/>
                                        <p:tgtEl>
                                          <p:spTgt spid="6">
                                            <p:graphicEl>
                                              <a:dgm id="{5BBEEBE9-3BBF-455E-A7F2-BB813ACFF09E}"/>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grpId="0" nodeType="clickEffect">
                                  <p:stCondLst>
                                    <p:cond delay="0"/>
                                  </p:stCondLst>
                                  <p:childTnLst>
                                    <p:set>
                                      <p:cBhvr>
                                        <p:cTn id="101" dur="1" fill="hold">
                                          <p:stCondLst>
                                            <p:cond delay="0"/>
                                          </p:stCondLst>
                                        </p:cTn>
                                        <p:tgtEl>
                                          <p:spTgt spid="6">
                                            <p:graphicEl>
                                              <a:dgm id="{AD1E62D5-DDCA-48F0-82F5-EA257EADEB51}"/>
                                            </p:graphicEl>
                                          </p:spTgt>
                                        </p:tgtEl>
                                        <p:attrNameLst>
                                          <p:attrName>style.visibility</p:attrName>
                                        </p:attrNameLst>
                                      </p:cBhvr>
                                      <p:to>
                                        <p:strVal val="visible"/>
                                      </p:to>
                                    </p:set>
                                    <p:animEffect transition="in" filter="circle(in)">
                                      <p:cBhvr>
                                        <p:cTn id="102" dur="500"/>
                                        <p:tgtEl>
                                          <p:spTgt spid="6">
                                            <p:graphicEl>
                                              <a:dgm id="{AD1E62D5-DDCA-48F0-82F5-EA257EADEB51}"/>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6">
                                            <p:graphicEl>
                                              <a:dgm id="{D24D7977-0520-416D-84EE-2110D9512431}"/>
                                            </p:graphicEl>
                                          </p:spTgt>
                                        </p:tgtEl>
                                        <p:attrNameLst>
                                          <p:attrName>style.visibility</p:attrName>
                                        </p:attrNameLst>
                                      </p:cBhvr>
                                      <p:to>
                                        <p:strVal val="visible"/>
                                      </p:to>
                                    </p:set>
                                    <p:animEffect transition="in" filter="circle(in)">
                                      <p:cBhvr>
                                        <p:cTn id="107" dur="500"/>
                                        <p:tgtEl>
                                          <p:spTgt spid="6">
                                            <p:graphicEl>
                                              <a:dgm id="{D24D7977-0520-416D-84EE-2110D9512431}"/>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6">
                                            <p:graphicEl>
                                              <a:dgm id="{D3B7A3B0-1A7C-4459-8692-57C768E6EF23}"/>
                                            </p:graphicEl>
                                          </p:spTgt>
                                        </p:tgtEl>
                                        <p:attrNameLst>
                                          <p:attrName>style.visibility</p:attrName>
                                        </p:attrNameLst>
                                      </p:cBhvr>
                                      <p:to>
                                        <p:strVal val="visible"/>
                                      </p:to>
                                    </p:set>
                                    <p:animEffect transition="in" filter="circle(in)">
                                      <p:cBhvr>
                                        <p:cTn id="112" dur="500"/>
                                        <p:tgtEl>
                                          <p:spTgt spid="6">
                                            <p:graphicEl>
                                              <a:dgm id="{D3B7A3B0-1A7C-4459-8692-57C768E6EF23}"/>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6" presetClass="entr" presetSubtype="16" fill="hold" grpId="0" nodeType="clickEffect">
                                  <p:stCondLst>
                                    <p:cond delay="0"/>
                                  </p:stCondLst>
                                  <p:childTnLst>
                                    <p:set>
                                      <p:cBhvr>
                                        <p:cTn id="116" dur="1" fill="hold">
                                          <p:stCondLst>
                                            <p:cond delay="0"/>
                                          </p:stCondLst>
                                        </p:cTn>
                                        <p:tgtEl>
                                          <p:spTgt spid="6">
                                            <p:graphicEl>
                                              <a:dgm id="{313E1964-D1CA-41CD-A990-1A8669A4B28F}"/>
                                            </p:graphicEl>
                                          </p:spTgt>
                                        </p:tgtEl>
                                        <p:attrNameLst>
                                          <p:attrName>style.visibility</p:attrName>
                                        </p:attrNameLst>
                                      </p:cBhvr>
                                      <p:to>
                                        <p:strVal val="visible"/>
                                      </p:to>
                                    </p:set>
                                    <p:animEffect transition="in" filter="circle(in)">
                                      <p:cBhvr>
                                        <p:cTn id="117" dur="500"/>
                                        <p:tgtEl>
                                          <p:spTgt spid="6">
                                            <p:graphicEl>
                                              <a:dgm id="{313E1964-D1CA-41CD-A990-1A8669A4B28F}"/>
                                            </p:graphicEl>
                                          </p:spTgt>
                                        </p:tgtEl>
                                      </p:cBhvr>
                                    </p:animEffect>
                                  </p:childTnLst>
                                </p:cTn>
                              </p:par>
                            </p:childTnLst>
                          </p:cTn>
                        </p:par>
                      </p:childTnLst>
                    </p:cTn>
                  </p:par>
                  <p:par>
                    <p:cTn id="118" fill="hold">
                      <p:stCondLst>
                        <p:cond delay="indefinite"/>
                      </p:stCondLst>
                      <p:childTnLst>
                        <p:par>
                          <p:cTn id="119" fill="hold">
                            <p:stCondLst>
                              <p:cond delay="0"/>
                            </p:stCondLst>
                            <p:childTnLst>
                              <p:par>
                                <p:cTn id="120" presetID="6" presetClass="entr" presetSubtype="16" fill="hold" grpId="0" nodeType="clickEffect">
                                  <p:stCondLst>
                                    <p:cond delay="0"/>
                                  </p:stCondLst>
                                  <p:childTnLst>
                                    <p:set>
                                      <p:cBhvr>
                                        <p:cTn id="121" dur="1" fill="hold">
                                          <p:stCondLst>
                                            <p:cond delay="0"/>
                                          </p:stCondLst>
                                        </p:cTn>
                                        <p:tgtEl>
                                          <p:spTgt spid="6">
                                            <p:graphicEl>
                                              <a:dgm id="{70690B3E-3689-42FB-B345-B8BF99F3D901}"/>
                                            </p:graphicEl>
                                          </p:spTgt>
                                        </p:tgtEl>
                                        <p:attrNameLst>
                                          <p:attrName>style.visibility</p:attrName>
                                        </p:attrNameLst>
                                      </p:cBhvr>
                                      <p:to>
                                        <p:strVal val="visible"/>
                                      </p:to>
                                    </p:set>
                                    <p:animEffect transition="in" filter="circle(in)">
                                      <p:cBhvr>
                                        <p:cTn id="122" dur="500"/>
                                        <p:tgtEl>
                                          <p:spTgt spid="6">
                                            <p:graphicEl>
                                              <a:dgm id="{70690B3E-3689-42FB-B345-B8BF99F3D901}"/>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6" presetClass="entr" presetSubtype="16" fill="hold" grpId="0" nodeType="clickEffect">
                                  <p:stCondLst>
                                    <p:cond delay="0"/>
                                  </p:stCondLst>
                                  <p:childTnLst>
                                    <p:set>
                                      <p:cBhvr>
                                        <p:cTn id="126" dur="1" fill="hold">
                                          <p:stCondLst>
                                            <p:cond delay="0"/>
                                          </p:stCondLst>
                                        </p:cTn>
                                        <p:tgtEl>
                                          <p:spTgt spid="6">
                                            <p:graphicEl>
                                              <a:dgm id="{BCA41193-DA3E-4317-9F4D-7D84A9D6BF4F}"/>
                                            </p:graphicEl>
                                          </p:spTgt>
                                        </p:tgtEl>
                                        <p:attrNameLst>
                                          <p:attrName>style.visibility</p:attrName>
                                        </p:attrNameLst>
                                      </p:cBhvr>
                                      <p:to>
                                        <p:strVal val="visible"/>
                                      </p:to>
                                    </p:set>
                                    <p:animEffect transition="in" filter="circle(in)">
                                      <p:cBhvr>
                                        <p:cTn id="127" dur="500"/>
                                        <p:tgtEl>
                                          <p:spTgt spid="6">
                                            <p:graphicEl>
                                              <a:dgm id="{BCA41193-DA3E-4317-9F4D-7D84A9D6BF4F}"/>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6" presetClass="entr" presetSubtype="16" fill="hold" grpId="0" nodeType="clickEffect">
                                  <p:stCondLst>
                                    <p:cond delay="0"/>
                                  </p:stCondLst>
                                  <p:childTnLst>
                                    <p:set>
                                      <p:cBhvr>
                                        <p:cTn id="131" dur="1" fill="hold">
                                          <p:stCondLst>
                                            <p:cond delay="0"/>
                                          </p:stCondLst>
                                        </p:cTn>
                                        <p:tgtEl>
                                          <p:spTgt spid="6">
                                            <p:graphicEl>
                                              <a:dgm id="{B357CB8D-9988-4E0C-9FBB-B23E5A112773}"/>
                                            </p:graphicEl>
                                          </p:spTgt>
                                        </p:tgtEl>
                                        <p:attrNameLst>
                                          <p:attrName>style.visibility</p:attrName>
                                        </p:attrNameLst>
                                      </p:cBhvr>
                                      <p:to>
                                        <p:strVal val="visible"/>
                                      </p:to>
                                    </p:set>
                                    <p:animEffect transition="in" filter="circle(in)">
                                      <p:cBhvr>
                                        <p:cTn id="132" dur="500"/>
                                        <p:tgtEl>
                                          <p:spTgt spid="6">
                                            <p:graphicEl>
                                              <a:dgm id="{B357CB8D-9988-4E0C-9FBB-B23E5A112773}"/>
                                            </p:graphicEl>
                                          </p:spTgt>
                                        </p:tgtEl>
                                      </p:cBhvr>
                                    </p:animEffect>
                                  </p:childTnLst>
                                </p:cTn>
                              </p:par>
                            </p:childTnLst>
                          </p:cTn>
                        </p:par>
                      </p:childTnLst>
                    </p:cTn>
                  </p:par>
                  <p:par>
                    <p:cTn id="133" fill="hold">
                      <p:stCondLst>
                        <p:cond delay="indefinite"/>
                      </p:stCondLst>
                      <p:childTnLst>
                        <p:par>
                          <p:cTn id="134" fill="hold">
                            <p:stCondLst>
                              <p:cond delay="0"/>
                            </p:stCondLst>
                            <p:childTnLst>
                              <p:par>
                                <p:cTn id="135" presetID="6" presetClass="entr" presetSubtype="16" fill="hold" grpId="0" nodeType="clickEffect">
                                  <p:stCondLst>
                                    <p:cond delay="0"/>
                                  </p:stCondLst>
                                  <p:childTnLst>
                                    <p:set>
                                      <p:cBhvr>
                                        <p:cTn id="136" dur="1" fill="hold">
                                          <p:stCondLst>
                                            <p:cond delay="0"/>
                                          </p:stCondLst>
                                        </p:cTn>
                                        <p:tgtEl>
                                          <p:spTgt spid="6">
                                            <p:graphicEl>
                                              <a:dgm id="{FAFC5FEF-0B50-4D85-84FD-21B2EA289C38}"/>
                                            </p:graphicEl>
                                          </p:spTgt>
                                        </p:tgtEl>
                                        <p:attrNameLst>
                                          <p:attrName>style.visibility</p:attrName>
                                        </p:attrNameLst>
                                      </p:cBhvr>
                                      <p:to>
                                        <p:strVal val="visible"/>
                                      </p:to>
                                    </p:set>
                                    <p:animEffect transition="in" filter="circle(in)">
                                      <p:cBhvr>
                                        <p:cTn id="137" dur="500"/>
                                        <p:tgtEl>
                                          <p:spTgt spid="6">
                                            <p:graphicEl>
                                              <a:dgm id="{FAFC5FEF-0B50-4D85-84FD-21B2EA289C38}"/>
                                            </p:graphicEl>
                                          </p:spTgt>
                                        </p:tgtEl>
                                      </p:cBhvr>
                                    </p:animEffect>
                                  </p:childTnLst>
                                </p:cTn>
                              </p:par>
                            </p:childTnLst>
                          </p:cTn>
                        </p:par>
                      </p:childTnLst>
                    </p:cTn>
                  </p:par>
                  <p:par>
                    <p:cTn id="138" fill="hold">
                      <p:stCondLst>
                        <p:cond delay="indefinite"/>
                      </p:stCondLst>
                      <p:childTnLst>
                        <p:par>
                          <p:cTn id="139" fill="hold">
                            <p:stCondLst>
                              <p:cond delay="0"/>
                            </p:stCondLst>
                            <p:childTnLst>
                              <p:par>
                                <p:cTn id="140" presetID="6" presetClass="entr" presetSubtype="16" fill="hold" grpId="0" nodeType="clickEffect">
                                  <p:stCondLst>
                                    <p:cond delay="0"/>
                                  </p:stCondLst>
                                  <p:childTnLst>
                                    <p:set>
                                      <p:cBhvr>
                                        <p:cTn id="141" dur="1" fill="hold">
                                          <p:stCondLst>
                                            <p:cond delay="0"/>
                                          </p:stCondLst>
                                        </p:cTn>
                                        <p:tgtEl>
                                          <p:spTgt spid="6">
                                            <p:graphicEl>
                                              <a:dgm id="{0736BDBE-206F-4082-A88A-4F17A4884ED6}"/>
                                            </p:graphicEl>
                                          </p:spTgt>
                                        </p:tgtEl>
                                        <p:attrNameLst>
                                          <p:attrName>style.visibility</p:attrName>
                                        </p:attrNameLst>
                                      </p:cBhvr>
                                      <p:to>
                                        <p:strVal val="visible"/>
                                      </p:to>
                                    </p:set>
                                    <p:animEffect transition="in" filter="circle(in)">
                                      <p:cBhvr>
                                        <p:cTn id="142" dur="500"/>
                                        <p:tgtEl>
                                          <p:spTgt spid="6">
                                            <p:graphicEl>
                                              <a:dgm id="{0736BDBE-206F-4082-A88A-4F17A4884ED6}"/>
                                            </p:graphicEl>
                                          </p:spTgt>
                                        </p:tgtEl>
                                      </p:cBhvr>
                                    </p:animEffect>
                                  </p:childTnLst>
                                </p:cTn>
                              </p:par>
                            </p:childTnLst>
                          </p:cTn>
                        </p:par>
                      </p:childTnLst>
                    </p:cTn>
                  </p:par>
                  <p:par>
                    <p:cTn id="143" fill="hold">
                      <p:stCondLst>
                        <p:cond delay="indefinite"/>
                      </p:stCondLst>
                      <p:childTnLst>
                        <p:par>
                          <p:cTn id="144" fill="hold">
                            <p:stCondLst>
                              <p:cond delay="0"/>
                            </p:stCondLst>
                            <p:childTnLst>
                              <p:par>
                                <p:cTn id="145" presetID="6" presetClass="entr" presetSubtype="16" fill="hold" grpId="0" nodeType="clickEffect">
                                  <p:stCondLst>
                                    <p:cond delay="0"/>
                                  </p:stCondLst>
                                  <p:childTnLst>
                                    <p:set>
                                      <p:cBhvr>
                                        <p:cTn id="146" dur="1" fill="hold">
                                          <p:stCondLst>
                                            <p:cond delay="0"/>
                                          </p:stCondLst>
                                        </p:cTn>
                                        <p:tgtEl>
                                          <p:spTgt spid="6">
                                            <p:graphicEl>
                                              <a:dgm id="{125F213A-A682-43DC-B479-782EEB15F96A}"/>
                                            </p:graphicEl>
                                          </p:spTgt>
                                        </p:tgtEl>
                                        <p:attrNameLst>
                                          <p:attrName>style.visibility</p:attrName>
                                        </p:attrNameLst>
                                      </p:cBhvr>
                                      <p:to>
                                        <p:strVal val="visible"/>
                                      </p:to>
                                    </p:set>
                                    <p:animEffect transition="in" filter="circle(in)">
                                      <p:cBhvr>
                                        <p:cTn id="147" dur="500"/>
                                        <p:tgtEl>
                                          <p:spTgt spid="6">
                                            <p:graphicEl>
                                              <a:dgm id="{125F213A-A682-43DC-B479-782EEB15F96A}"/>
                                            </p:graphicEl>
                                          </p:spTgt>
                                        </p:tgtEl>
                                      </p:cBhvr>
                                    </p:animEffect>
                                  </p:childTnLst>
                                </p:cTn>
                              </p:par>
                            </p:childTnLst>
                          </p:cTn>
                        </p:par>
                      </p:childTnLst>
                    </p:cTn>
                  </p:par>
                  <p:par>
                    <p:cTn id="148" fill="hold">
                      <p:stCondLst>
                        <p:cond delay="indefinite"/>
                      </p:stCondLst>
                      <p:childTnLst>
                        <p:par>
                          <p:cTn id="149" fill="hold">
                            <p:stCondLst>
                              <p:cond delay="0"/>
                            </p:stCondLst>
                            <p:childTnLst>
                              <p:par>
                                <p:cTn id="150" presetID="6" presetClass="entr" presetSubtype="16" fill="hold" grpId="0" nodeType="clickEffect">
                                  <p:stCondLst>
                                    <p:cond delay="0"/>
                                  </p:stCondLst>
                                  <p:childTnLst>
                                    <p:set>
                                      <p:cBhvr>
                                        <p:cTn id="151" dur="1" fill="hold">
                                          <p:stCondLst>
                                            <p:cond delay="0"/>
                                          </p:stCondLst>
                                        </p:cTn>
                                        <p:tgtEl>
                                          <p:spTgt spid="6">
                                            <p:graphicEl>
                                              <a:dgm id="{36E58629-E1A2-4DD2-8D70-8CC8EDE6CD1C}"/>
                                            </p:graphicEl>
                                          </p:spTgt>
                                        </p:tgtEl>
                                        <p:attrNameLst>
                                          <p:attrName>style.visibility</p:attrName>
                                        </p:attrNameLst>
                                      </p:cBhvr>
                                      <p:to>
                                        <p:strVal val="visible"/>
                                      </p:to>
                                    </p:set>
                                    <p:animEffect transition="in" filter="circle(in)">
                                      <p:cBhvr>
                                        <p:cTn id="152" dur="500"/>
                                        <p:tgtEl>
                                          <p:spTgt spid="6">
                                            <p:graphicEl>
                                              <a:dgm id="{36E58629-E1A2-4DD2-8D70-8CC8EDE6CD1C}"/>
                                            </p:graphicEl>
                                          </p:spTgt>
                                        </p:tgtEl>
                                      </p:cBhvr>
                                    </p:animEffect>
                                  </p:childTnLst>
                                </p:cTn>
                              </p:par>
                            </p:childTnLst>
                          </p:cTn>
                        </p:par>
                      </p:childTnLst>
                    </p:cTn>
                  </p:par>
                  <p:par>
                    <p:cTn id="153" fill="hold">
                      <p:stCondLst>
                        <p:cond delay="indefinite"/>
                      </p:stCondLst>
                      <p:childTnLst>
                        <p:par>
                          <p:cTn id="154" fill="hold">
                            <p:stCondLst>
                              <p:cond delay="0"/>
                            </p:stCondLst>
                            <p:childTnLst>
                              <p:par>
                                <p:cTn id="155" presetID="6" presetClass="entr" presetSubtype="16" fill="hold" grpId="0" nodeType="clickEffect">
                                  <p:stCondLst>
                                    <p:cond delay="0"/>
                                  </p:stCondLst>
                                  <p:childTnLst>
                                    <p:set>
                                      <p:cBhvr>
                                        <p:cTn id="156" dur="1" fill="hold">
                                          <p:stCondLst>
                                            <p:cond delay="0"/>
                                          </p:stCondLst>
                                        </p:cTn>
                                        <p:tgtEl>
                                          <p:spTgt spid="6">
                                            <p:graphicEl>
                                              <a:dgm id="{D3BF5AB4-A2E1-43A1-91FA-79B172AD6E9E}"/>
                                            </p:graphicEl>
                                          </p:spTgt>
                                        </p:tgtEl>
                                        <p:attrNameLst>
                                          <p:attrName>style.visibility</p:attrName>
                                        </p:attrNameLst>
                                      </p:cBhvr>
                                      <p:to>
                                        <p:strVal val="visible"/>
                                      </p:to>
                                    </p:set>
                                    <p:animEffect transition="in" filter="circle(in)">
                                      <p:cBhvr>
                                        <p:cTn id="157" dur="500"/>
                                        <p:tgtEl>
                                          <p:spTgt spid="6">
                                            <p:graphicEl>
                                              <a:dgm id="{D3BF5AB4-A2E1-43A1-91FA-79B172AD6E9E}"/>
                                            </p:graphicEl>
                                          </p:spTgt>
                                        </p:tgtEl>
                                      </p:cBhvr>
                                    </p:animEffect>
                                  </p:childTnLst>
                                </p:cTn>
                              </p:par>
                            </p:childTnLst>
                          </p:cTn>
                        </p:par>
                      </p:childTnLst>
                    </p:cTn>
                  </p:par>
                  <p:par>
                    <p:cTn id="158" fill="hold">
                      <p:stCondLst>
                        <p:cond delay="indefinite"/>
                      </p:stCondLst>
                      <p:childTnLst>
                        <p:par>
                          <p:cTn id="159" fill="hold">
                            <p:stCondLst>
                              <p:cond delay="0"/>
                            </p:stCondLst>
                            <p:childTnLst>
                              <p:par>
                                <p:cTn id="160" presetID="6" presetClass="entr" presetSubtype="16" fill="hold" grpId="0" nodeType="clickEffect">
                                  <p:stCondLst>
                                    <p:cond delay="0"/>
                                  </p:stCondLst>
                                  <p:childTnLst>
                                    <p:set>
                                      <p:cBhvr>
                                        <p:cTn id="161" dur="1" fill="hold">
                                          <p:stCondLst>
                                            <p:cond delay="0"/>
                                          </p:stCondLst>
                                        </p:cTn>
                                        <p:tgtEl>
                                          <p:spTgt spid="6">
                                            <p:graphicEl>
                                              <a:dgm id="{98FEA031-04C4-45E4-AE81-D4F944398789}"/>
                                            </p:graphicEl>
                                          </p:spTgt>
                                        </p:tgtEl>
                                        <p:attrNameLst>
                                          <p:attrName>style.visibility</p:attrName>
                                        </p:attrNameLst>
                                      </p:cBhvr>
                                      <p:to>
                                        <p:strVal val="visible"/>
                                      </p:to>
                                    </p:set>
                                    <p:animEffect transition="in" filter="circle(in)">
                                      <p:cBhvr>
                                        <p:cTn id="162" dur="500"/>
                                        <p:tgtEl>
                                          <p:spTgt spid="6">
                                            <p:graphicEl>
                                              <a:dgm id="{98FEA031-04C4-45E4-AE81-D4F944398789}"/>
                                            </p:graphicEl>
                                          </p:spTgt>
                                        </p:tgtEl>
                                      </p:cBhvr>
                                    </p:animEffect>
                                  </p:childTnLst>
                                </p:cTn>
                              </p:par>
                            </p:childTnLst>
                          </p:cTn>
                        </p:par>
                      </p:childTnLst>
                    </p:cTn>
                  </p:par>
                  <p:par>
                    <p:cTn id="163" fill="hold">
                      <p:stCondLst>
                        <p:cond delay="indefinite"/>
                      </p:stCondLst>
                      <p:childTnLst>
                        <p:par>
                          <p:cTn id="164" fill="hold">
                            <p:stCondLst>
                              <p:cond delay="0"/>
                            </p:stCondLst>
                            <p:childTnLst>
                              <p:par>
                                <p:cTn id="165" presetID="6" presetClass="entr" presetSubtype="16" fill="hold" grpId="0" nodeType="clickEffect">
                                  <p:stCondLst>
                                    <p:cond delay="0"/>
                                  </p:stCondLst>
                                  <p:childTnLst>
                                    <p:set>
                                      <p:cBhvr>
                                        <p:cTn id="166" dur="1" fill="hold">
                                          <p:stCondLst>
                                            <p:cond delay="0"/>
                                          </p:stCondLst>
                                        </p:cTn>
                                        <p:tgtEl>
                                          <p:spTgt spid="5">
                                            <p:graphicEl>
                                              <a:dgm id="{3894083E-F76C-4377-96D5-5DB4500E31CB}"/>
                                            </p:graphicEl>
                                          </p:spTgt>
                                        </p:tgtEl>
                                        <p:attrNameLst>
                                          <p:attrName>style.visibility</p:attrName>
                                        </p:attrNameLst>
                                      </p:cBhvr>
                                      <p:to>
                                        <p:strVal val="visible"/>
                                      </p:to>
                                    </p:set>
                                    <p:animEffect transition="in" filter="circle(in)">
                                      <p:cBhvr>
                                        <p:cTn id="167" dur="500"/>
                                        <p:tgtEl>
                                          <p:spTgt spid="5">
                                            <p:graphicEl>
                                              <a:dgm id="{3894083E-F76C-4377-96D5-5DB4500E31CB}"/>
                                            </p:graphicEl>
                                          </p:spTgt>
                                        </p:tgtEl>
                                      </p:cBhvr>
                                    </p:animEffect>
                                  </p:childTnLst>
                                </p:cTn>
                              </p:par>
                            </p:childTnLst>
                          </p:cTn>
                        </p:par>
                      </p:childTnLst>
                    </p:cTn>
                  </p:par>
                  <p:par>
                    <p:cTn id="168" fill="hold">
                      <p:stCondLst>
                        <p:cond delay="indefinite"/>
                      </p:stCondLst>
                      <p:childTnLst>
                        <p:par>
                          <p:cTn id="169" fill="hold">
                            <p:stCondLst>
                              <p:cond delay="0"/>
                            </p:stCondLst>
                            <p:childTnLst>
                              <p:par>
                                <p:cTn id="170" presetID="6" presetClass="entr" presetSubtype="16" fill="hold" grpId="0" nodeType="clickEffect">
                                  <p:stCondLst>
                                    <p:cond delay="0"/>
                                  </p:stCondLst>
                                  <p:childTnLst>
                                    <p:set>
                                      <p:cBhvr>
                                        <p:cTn id="171" dur="1" fill="hold">
                                          <p:stCondLst>
                                            <p:cond delay="0"/>
                                          </p:stCondLst>
                                        </p:cTn>
                                        <p:tgtEl>
                                          <p:spTgt spid="5">
                                            <p:graphicEl>
                                              <a:dgm id="{DD58097F-AEA4-43A4-AAA0-84EBE9F67DC2}"/>
                                            </p:graphicEl>
                                          </p:spTgt>
                                        </p:tgtEl>
                                        <p:attrNameLst>
                                          <p:attrName>style.visibility</p:attrName>
                                        </p:attrNameLst>
                                      </p:cBhvr>
                                      <p:to>
                                        <p:strVal val="visible"/>
                                      </p:to>
                                    </p:set>
                                    <p:animEffect transition="in" filter="circle(in)">
                                      <p:cBhvr>
                                        <p:cTn id="172" dur="500"/>
                                        <p:tgtEl>
                                          <p:spTgt spid="5">
                                            <p:graphicEl>
                                              <a:dgm id="{DD58097F-AEA4-43A4-AAA0-84EBE9F67DC2}"/>
                                            </p:graphicEl>
                                          </p:spTgt>
                                        </p:tgtEl>
                                      </p:cBhvr>
                                    </p:animEffect>
                                  </p:childTnLst>
                                </p:cTn>
                              </p:par>
                            </p:childTnLst>
                          </p:cTn>
                        </p:par>
                      </p:childTnLst>
                    </p:cTn>
                  </p:par>
                  <p:par>
                    <p:cTn id="173" fill="hold">
                      <p:stCondLst>
                        <p:cond delay="indefinite"/>
                      </p:stCondLst>
                      <p:childTnLst>
                        <p:par>
                          <p:cTn id="174" fill="hold">
                            <p:stCondLst>
                              <p:cond delay="0"/>
                            </p:stCondLst>
                            <p:childTnLst>
                              <p:par>
                                <p:cTn id="175" presetID="6" presetClass="entr" presetSubtype="16" fill="hold" grpId="0" nodeType="clickEffect">
                                  <p:stCondLst>
                                    <p:cond delay="0"/>
                                  </p:stCondLst>
                                  <p:childTnLst>
                                    <p:set>
                                      <p:cBhvr>
                                        <p:cTn id="176" dur="1" fill="hold">
                                          <p:stCondLst>
                                            <p:cond delay="0"/>
                                          </p:stCondLst>
                                        </p:cTn>
                                        <p:tgtEl>
                                          <p:spTgt spid="5">
                                            <p:graphicEl>
                                              <a:dgm id="{B8CAED4E-CBD9-4329-A29D-8F780145267F}"/>
                                            </p:graphicEl>
                                          </p:spTgt>
                                        </p:tgtEl>
                                        <p:attrNameLst>
                                          <p:attrName>style.visibility</p:attrName>
                                        </p:attrNameLst>
                                      </p:cBhvr>
                                      <p:to>
                                        <p:strVal val="visible"/>
                                      </p:to>
                                    </p:set>
                                    <p:animEffect transition="in" filter="circle(in)">
                                      <p:cBhvr>
                                        <p:cTn id="177" dur="500"/>
                                        <p:tgtEl>
                                          <p:spTgt spid="5">
                                            <p:graphicEl>
                                              <a:dgm id="{B8CAED4E-CBD9-4329-A29D-8F780145267F}"/>
                                            </p:graphicEl>
                                          </p:spTgt>
                                        </p:tgtEl>
                                      </p:cBhvr>
                                    </p:animEffect>
                                  </p:childTnLst>
                                </p:cTn>
                              </p:par>
                            </p:childTnLst>
                          </p:cTn>
                        </p:par>
                      </p:childTnLst>
                    </p:cTn>
                  </p:par>
                  <p:par>
                    <p:cTn id="178" fill="hold">
                      <p:stCondLst>
                        <p:cond delay="indefinite"/>
                      </p:stCondLst>
                      <p:childTnLst>
                        <p:par>
                          <p:cTn id="179" fill="hold">
                            <p:stCondLst>
                              <p:cond delay="0"/>
                            </p:stCondLst>
                            <p:childTnLst>
                              <p:par>
                                <p:cTn id="180" presetID="6" presetClass="entr" presetSubtype="16" fill="hold" grpId="0" nodeType="clickEffect">
                                  <p:stCondLst>
                                    <p:cond delay="0"/>
                                  </p:stCondLst>
                                  <p:childTnLst>
                                    <p:set>
                                      <p:cBhvr>
                                        <p:cTn id="181" dur="1" fill="hold">
                                          <p:stCondLst>
                                            <p:cond delay="0"/>
                                          </p:stCondLst>
                                        </p:cTn>
                                        <p:tgtEl>
                                          <p:spTgt spid="5">
                                            <p:graphicEl>
                                              <a:dgm id="{607DF248-79AF-4ACD-BBC6-B9798194FD77}"/>
                                            </p:graphicEl>
                                          </p:spTgt>
                                        </p:tgtEl>
                                        <p:attrNameLst>
                                          <p:attrName>style.visibility</p:attrName>
                                        </p:attrNameLst>
                                      </p:cBhvr>
                                      <p:to>
                                        <p:strVal val="visible"/>
                                      </p:to>
                                    </p:set>
                                    <p:animEffect transition="in" filter="circle(in)">
                                      <p:cBhvr>
                                        <p:cTn id="182" dur="500"/>
                                        <p:tgtEl>
                                          <p:spTgt spid="5">
                                            <p:graphicEl>
                                              <a:dgm id="{607DF248-79AF-4ACD-BBC6-B9798194FD77}"/>
                                            </p:graphicEl>
                                          </p:spTgt>
                                        </p:tgtEl>
                                      </p:cBhvr>
                                    </p:animEffect>
                                  </p:childTnLst>
                                </p:cTn>
                              </p:par>
                            </p:childTnLst>
                          </p:cTn>
                        </p:par>
                      </p:childTnLst>
                    </p:cTn>
                  </p:par>
                  <p:par>
                    <p:cTn id="183" fill="hold">
                      <p:stCondLst>
                        <p:cond delay="indefinite"/>
                      </p:stCondLst>
                      <p:childTnLst>
                        <p:par>
                          <p:cTn id="184" fill="hold">
                            <p:stCondLst>
                              <p:cond delay="0"/>
                            </p:stCondLst>
                            <p:childTnLst>
                              <p:par>
                                <p:cTn id="185" presetID="6" presetClass="entr" presetSubtype="16" fill="hold" grpId="0" nodeType="clickEffect">
                                  <p:stCondLst>
                                    <p:cond delay="0"/>
                                  </p:stCondLst>
                                  <p:childTnLst>
                                    <p:set>
                                      <p:cBhvr>
                                        <p:cTn id="186" dur="1" fill="hold">
                                          <p:stCondLst>
                                            <p:cond delay="0"/>
                                          </p:stCondLst>
                                        </p:cTn>
                                        <p:tgtEl>
                                          <p:spTgt spid="5">
                                            <p:graphicEl>
                                              <a:dgm id="{E06B4DEB-F7BE-4E44-808C-CA4DD38AB1C7}"/>
                                            </p:graphicEl>
                                          </p:spTgt>
                                        </p:tgtEl>
                                        <p:attrNameLst>
                                          <p:attrName>style.visibility</p:attrName>
                                        </p:attrNameLst>
                                      </p:cBhvr>
                                      <p:to>
                                        <p:strVal val="visible"/>
                                      </p:to>
                                    </p:set>
                                    <p:animEffect transition="in" filter="circle(in)">
                                      <p:cBhvr>
                                        <p:cTn id="187" dur="500"/>
                                        <p:tgtEl>
                                          <p:spTgt spid="5">
                                            <p:graphicEl>
                                              <a:dgm id="{E06B4DEB-F7BE-4E44-808C-CA4DD38AB1C7}"/>
                                            </p:graphicEl>
                                          </p:spTgt>
                                        </p:tgtEl>
                                      </p:cBhvr>
                                    </p:animEffect>
                                  </p:childTnLst>
                                </p:cTn>
                              </p:par>
                            </p:childTnLst>
                          </p:cTn>
                        </p:par>
                      </p:childTnLst>
                    </p:cTn>
                  </p:par>
                  <p:par>
                    <p:cTn id="188" fill="hold">
                      <p:stCondLst>
                        <p:cond delay="indefinite"/>
                      </p:stCondLst>
                      <p:childTnLst>
                        <p:par>
                          <p:cTn id="189" fill="hold">
                            <p:stCondLst>
                              <p:cond delay="0"/>
                            </p:stCondLst>
                            <p:childTnLst>
                              <p:par>
                                <p:cTn id="190" presetID="6" presetClass="entr" presetSubtype="16" fill="hold" grpId="0" nodeType="clickEffect">
                                  <p:stCondLst>
                                    <p:cond delay="0"/>
                                  </p:stCondLst>
                                  <p:childTnLst>
                                    <p:set>
                                      <p:cBhvr>
                                        <p:cTn id="191" dur="1" fill="hold">
                                          <p:stCondLst>
                                            <p:cond delay="0"/>
                                          </p:stCondLst>
                                        </p:cTn>
                                        <p:tgtEl>
                                          <p:spTgt spid="5">
                                            <p:graphicEl>
                                              <a:dgm id="{B3571DA7-5F58-4A07-9DEC-2B45396C29AE}"/>
                                            </p:graphicEl>
                                          </p:spTgt>
                                        </p:tgtEl>
                                        <p:attrNameLst>
                                          <p:attrName>style.visibility</p:attrName>
                                        </p:attrNameLst>
                                      </p:cBhvr>
                                      <p:to>
                                        <p:strVal val="visible"/>
                                      </p:to>
                                    </p:set>
                                    <p:animEffect transition="in" filter="circle(in)">
                                      <p:cBhvr>
                                        <p:cTn id="192" dur="500"/>
                                        <p:tgtEl>
                                          <p:spTgt spid="5">
                                            <p:graphicEl>
                                              <a:dgm id="{B3571DA7-5F58-4A07-9DEC-2B45396C29AE}"/>
                                            </p:graphicEl>
                                          </p:spTgt>
                                        </p:tgtEl>
                                      </p:cBhvr>
                                    </p:animEffect>
                                  </p:childTnLst>
                                </p:cTn>
                              </p:par>
                            </p:childTnLst>
                          </p:cTn>
                        </p:par>
                      </p:childTnLst>
                    </p:cTn>
                  </p:par>
                  <p:par>
                    <p:cTn id="193" fill="hold">
                      <p:stCondLst>
                        <p:cond delay="indefinite"/>
                      </p:stCondLst>
                      <p:childTnLst>
                        <p:par>
                          <p:cTn id="194" fill="hold">
                            <p:stCondLst>
                              <p:cond delay="0"/>
                            </p:stCondLst>
                            <p:childTnLst>
                              <p:par>
                                <p:cTn id="195" presetID="6" presetClass="entr" presetSubtype="16" fill="hold" grpId="0" nodeType="clickEffect">
                                  <p:stCondLst>
                                    <p:cond delay="0"/>
                                  </p:stCondLst>
                                  <p:childTnLst>
                                    <p:set>
                                      <p:cBhvr>
                                        <p:cTn id="196" dur="1" fill="hold">
                                          <p:stCondLst>
                                            <p:cond delay="0"/>
                                          </p:stCondLst>
                                        </p:cTn>
                                        <p:tgtEl>
                                          <p:spTgt spid="5">
                                            <p:graphicEl>
                                              <a:dgm id="{618505C9-AEC6-402A-B4E8-F151DA9B8782}"/>
                                            </p:graphicEl>
                                          </p:spTgt>
                                        </p:tgtEl>
                                        <p:attrNameLst>
                                          <p:attrName>style.visibility</p:attrName>
                                        </p:attrNameLst>
                                      </p:cBhvr>
                                      <p:to>
                                        <p:strVal val="visible"/>
                                      </p:to>
                                    </p:set>
                                    <p:animEffect transition="in" filter="circle(in)">
                                      <p:cBhvr>
                                        <p:cTn id="197" dur="500"/>
                                        <p:tgtEl>
                                          <p:spTgt spid="5">
                                            <p:graphicEl>
                                              <a:dgm id="{618505C9-AEC6-402A-B4E8-F151DA9B8782}"/>
                                            </p:graphicEl>
                                          </p:spTgt>
                                        </p:tgtEl>
                                      </p:cBhvr>
                                    </p:animEffect>
                                  </p:childTnLst>
                                </p:cTn>
                              </p:par>
                            </p:childTnLst>
                          </p:cTn>
                        </p:par>
                      </p:childTnLst>
                    </p:cTn>
                  </p:par>
                  <p:par>
                    <p:cTn id="198" fill="hold">
                      <p:stCondLst>
                        <p:cond delay="indefinite"/>
                      </p:stCondLst>
                      <p:childTnLst>
                        <p:par>
                          <p:cTn id="199" fill="hold">
                            <p:stCondLst>
                              <p:cond delay="0"/>
                            </p:stCondLst>
                            <p:childTnLst>
                              <p:par>
                                <p:cTn id="200" presetID="6" presetClass="entr" presetSubtype="16" fill="hold" grpId="0" nodeType="clickEffect">
                                  <p:stCondLst>
                                    <p:cond delay="0"/>
                                  </p:stCondLst>
                                  <p:childTnLst>
                                    <p:set>
                                      <p:cBhvr>
                                        <p:cTn id="201" dur="1" fill="hold">
                                          <p:stCondLst>
                                            <p:cond delay="0"/>
                                          </p:stCondLst>
                                        </p:cTn>
                                        <p:tgtEl>
                                          <p:spTgt spid="5">
                                            <p:graphicEl>
                                              <a:dgm id="{D7CFF03D-65D2-4DBE-BD8E-C1C76B2FBD6C}"/>
                                            </p:graphicEl>
                                          </p:spTgt>
                                        </p:tgtEl>
                                        <p:attrNameLst>
                                          <p:attrName>style.visibility</p:attrName>
                                        </p:attrNameLst>
                                      </p:cBhvr>
                                      <p:to>
                                        <p:strVal val="visible"/>
                                      </p:to>
                                    </p:set>
                                    <p:animEffect transition="in" filter="circle(in)">
                                      <p:cBhvr>
                                        <p:cTn id="202" dur="500"/>
                                        <p:tgtEl>
                                          <p:spTgt spid="5">
                                            <p:graphicEl>
                                              <a:dgm id="{D7CFF03D-65D2-4DBE-BD8E-C1C76B2FBD6C}"/>
                                            </p:graphicEl>
                                          </p:spTgt>
                                        </p:tgtEl>
                                      </p:cBhvr>
                                    </p:animEffect>
                                  </p:childTnLst>
                                </p:cTn>
                              </p:par>
                            </p:childTnLst>
                          </p:cTn>
                        </p:par>
                      </p:childTnLst>
                    </p:cTn>
                  </p:par>
                  <p:par>
                    <p:cTn id="203" fill="hold">
                      <p:stCondLst>
                        <p:cond delay="indefinite"/>
                      </p:stCondLst>
                      <p:childTnLst>
                        <p:par>
                          <p:cTn id="204" fill="hold">
                            <p:stCondLst>
                              <p:cond delay="0"/>
                            </p:stCondLst>
                            <p:childTnLst>
                              <p:par>
                                <p:cTn id="205" presetID="6" presetClass="entr" presetSubtype="16" fill="hold" grpId="0" nodeType="clickEffect">
                                  <p:stCondLst>
                                    <p:cond delay="0"/>
                                  </p:stCondLst>
                                  <p:childTnLst>
                                    <p:set>
                                      <p:cBhvr>
                                        <p:cTn id="206" dur="1" fill="hold">
                                          <p:stCondLst>
                                            <p:cond delay="0"/>
                                          </p:stCondLst>
                                        </p:cTn>
                                        <p:tgtEl>
                                          <p:spTgt spid="5">
                                            <p:graphicEl>
                                              <a:dgm id="{72E910C6-5C60-480F-8FC3-611871EA1025}"/>
                                            </p:graphicEl>
                                          </p:spTgt>
                                        </p:tgtEl>
                                        <p:attrNameLst>
                                          <p:attrName>style.visibility</p:attrName>
                                        </p:attrNameLst>
                                      </p:cBhvr>
                                      <p:to>
                                        <p:strVal val="visible"/>
                                      </p:to>
                                    </p:set>
                                    <p:animEffect transition="in" filter="circle(in)">
                                      <p:cBhvr>
                                        <p:cTn id="207" dur="500"/>
                                        <p:tgtEl>
                                          <p:spTgt spid="5">
                                            <p:graphicEl>
                                              <a:dgm id="{72E910C6-5C60-480F-8FC3-611871EA1025}"/>
                                            </p:graphicEl>
                                          </p:spTgt>
                                        </p:tgtEl>
                                      </p:cBhvr>
                                    </p:animEffect>
                                  </p:childTnLst>
                                </p:cTn>
                              </p:par>
                            </p:childTnLst>
                          </p:cTn>
                        </p:par>
                      </p:childTnLst>
                    </p:cTn>
                  </p:par>
                  <p:par>
                    <p:cTn id="208" fill="hold">
                      <p:stCondLst>
                        <p:cond delay="indefinite"/>
                      </p:stCondLst>
                      <p:childTnLst>
                        <p:par>
                          <p:cTn id="209" fill="hold">
                            <p:stCondLst>
                              <p:cond delay="0"/>
                            </p:stCondLst>
                            <p:childTnLst>
                              <p:par>
                                <p:cTn id="210" presetID="6" presetClass="entr" presetSubtype="16" fill="hold" grpId="0" nodeType="clickEffect">
                                  <p:stCondLst>
                                    <p:cond delay="0"/>
                                  </p:stCondLst>
                                  <p:childTnLst>
                                    <p:set>
                                      <p:cBhvr>
                                        <p:cTn id="211" dur="1" fill="hold">
                                          <p:stCondLst>
                                            <p:cond delay="0"/>
                                          </p:stCondLst>
                                        </p:cTn>
                                        <p:tgtEl>
                                          <p:spTgt spid="5">
                                            <p:graphicEl>
                                              <a:dgm id="{7A0E3C7A-D61A-4EC8-AA3A-0FA459D5F6CE}"/>
                                            </p:graphicEl>
                                          </p:spTgt>
                                        </p:tgtEl>
                                        <p:attrNameLst>
                                          <p:attrName>style.visibility</p:attrName>
                                        </p:attrNameLst>
                                      </p:cBhvr>
                                      <p:to>
                                        <p:strVal val="visible"/>
                                      </p:to>
                                    </p:set>
                                    <p:animEffect transition="in" filter="circle(in)">
                                      <p:cBhvr>
                                        <p:cTn id="212" dur="500"/>
                                        <p:tgtEl>
                                          <p:spTgt spid="5">
                                            <p:graphicEl>
                                              <a:dgm id="{7A0E3C7A-D61A-4EC8-AA3A-0FA459D5F6CE}"/>
                                            </p:graphicEl>
                                          </p:spTgt>
                                        </p:tgtEl>
                                      </p:cBhvr>
                                    </p:animEffect>
                                  </p:childTnLst>
                                </p:cTn>
                              </p:par>
                            </p:childTnLst>
                          </p:cTn>
                        </p:par>
                      </p:childTnLst>
                    </p:cTn>
                  </p:par>
                  <p:par>
                    <p:cTn id="213" fill="hold">
                      <p:stCondLst>
                        <p:cond delay="indefinite"/>
                      </p:stCondLst>
                      <p:childTnLst>
                        <p:par>
                          <p:cTn id="214" fill="hold">
                            <p:stCondLst>
                              <p:cond delay="0"/>
                            </p:stCondLst>
                            <p:childTnLst>
                              <p:par>
                                <p:cTn id="215" presetID="6" presetClass="entr" presetSubtype="16" fill="hold" grpId="0" nodeType="clickEffect">
                                  <p:stCondLst>
                                    <p:cond delay="0"/>
                                  </p:stCondLst>
                                  <p:childTnLst>
                                    <p:set>
                                      <p:cBhvr>
                                        <p:cTn id="216" dur="1" fill="hold">
                                          <p:stCondLst>
                                            <p:cond delay="0"/>
                                          </p:stCondLst>
                                        </p:cTn>
                                        <p:tgtEl>
                                          <p:spTgt spid="5">
                                            <p:graphicEl>
                                              <a:dgm id="{531B3EF7-2837-4F62-8FD8-A868A84C406A}"/>
                                            </p:graphicEl>
                                          </p:spTgt>
                                        </p:tgtEl>
                                        <p:attrNameLst>
                                          <p:attrName>style.visibility</p:attrName>
                                        </p:attrNameLst>
                                      </p:cBhvr>
                                      <p:to>
                                        <p:strVal val="visible"/>
                                      </p:to>
                                    </p:set>
                                    <p:animEffect transition="in" filter="circle(in)">
                                      <p:cBhvr>
                                        <p:cTn id="217" dur="500"/>
                                        <p:tgtEl>
                                          <p:spTgt spid="5">
                                            <p:graphicEl>
                                              <a:dgm id="{531B3EF7-2837-4F62-8FD8-A868A84C406A}"/>
                                            </p:graphicEl>
                                          </p:spTgt>
                                        </p:tgtEl>
                                      </p:cBhvr>
                                    </p:animEffect>
                                  </p:childTnLst>
                                </p:cTn>
                              </p:par>
                            </p:childTnLst>
                          </p:cTn>
                        </p:par>
                      </p:childTnLst>
                    </p:cTn>
                  </p:par>
                  <p:par>
                    <p:cTn id="218" fill="hold">
                      <p:stCondLst>
                        <p:cond delay="indefinite"/>
                      </p:stCondLst>
                      <p:childTnLst>
                        <p:par>
                          <p:cTn id="219" fill="hold">
                            <p:stCondLst>
                              <p:cond delay="0"/>
                            </p:stCondLst>
                            <p:childTnLst>
                              <p:par>
                                <p:cTn id="220" presetID="6" presetClass="entr" presetSubtype="16" fill="hold" grpId="0" nodeType="clickEffect">
                                  <p:stCondLst>
                                    <p:cond delay="0"/>
                                  </p:stCondLst>
                                  <p:childTnLst>
                                    <p:set>
                                      <p:cBhvr>
                                        <p:cTn id="221" dur="1" fill="hold">
                                          <p:stCondLst>
                                            <p:cond delay="0"/>
                                          </p:stCondLst>
                                        </p:cTn>
                                        <p:tgtEl>
                                          <p:spTgt spid="5">
                                            <p:graphicEl>
                                              <a:dgm id="{C320397E-DD52-4247-B58A-D92E011B62C0}"/>
                                            </p:graphicEl>
                                          </p:spTgt>
                                        </p:tgtEl>
                                        <p:attrNameLst>
                                          <p:attrName>style.visibility</p:attrName>
                                        </p:attrNameLst>
                                      </p:cBhvr>
                                      <p:to>
                                        <p:strVal val="visible"/>
                                      </p:to>
                                    </p:set>
                                    <p:animEffect transition="in" filter="circle(in)">
                                      <p:cBhvr>
                                        <p:cTn id="222" dur="500"/>
                                        <p:tgtEl>
                                          <p:spTgt spid="5">
                                            <p:graphicEl>
                                              <a:dgm id="{C320397E-DD52-4247-B58A-D92E011B62C0}"/>
                                            </p:graphicEl>
                                          </p:spTgt>
                                        </p:tgtEl>
                                      </p:cBhvr>
                                    </p:animEffect>
                                  </p:childTnLst>
                                </p:cTn>
                              </p:par>
                            </p:childTnLst>
                          </p:cTn>
                        </p:par>
                      </p:childTnLst>
                    </p:cTn>
                  </p:par>
                  <p:par>
                    <p:cTn id="223" fill="hold">
                      <p:stCondLst>
                        <p:cond delay="indefinite"/>
                      </p:stCondLst>
                      <p:childTnLst>
                        <p:par>
                          <p:cTn id="224" fill="hold">
                            <p:stCondLst>
                              <p:cond delay="0"/>
                            </p:stCondLst>
                            <p:childTnLst>
                              <p:par>
                                <p:cTn id="225" presetID="6" presetClass="entr" presetSubtype="16" fill="hold" grpId="0" nodeType="clickEffect">
                                  <p:stCondLst>
                                    <p:cond delay="0"/>
                                  </p:stCondLst>
                                  <p:childTnLst>
                                    <p:set>
                                      <p:cBhvr>
                                        <p:cTn id="226" dur="1" fill="hold">
                                          <p:stCondLst>
                                            <p:cond delay="0"/>
                                          </p:stCondLst>
                                        </p:cTn>
                                        <p:tgtEl>
                                          <p:spTgt spid="5">
                                            <p:graphicEl>
                                              <a:dgm id="{B6599529-8A92-4B6B-8608-809FBD2FE87E}"/>
                                            </p:graphicEl>
                                          </p:spTgt>
                                        </p:tgtEl>
                                        <p:attrNameLst>
                                          <p:attrName>style.visibility</p:attrName>
                                        </p:attrNameLst>
                                      </p:cBhvr>
                                      <p:to>
                                        <p:strVal val="visible"/>
                                      </p:to>
                                    </p:set>
                                    <p:animEffect transition="in" filter="circle(in)">
                                      <p:cBhvr>
                                        <p:cTn id="227" dur="500"/>
                                        <p:tgtEl>
                                          <p:spTgt spid="5">
                                            <p:graphicEl>
                                              <a:dgm id="{B6599529-8A92-4B6B-8608-809FBD2FE87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Graphic spid="5" grpId="0">
        <p:bldSub>
          <a:bldDgm bld="one"/>
        </p:bldSub>
      </p:bldGraphic>
      <p:bldGraphic spid="6"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4277910481"/>
              </p:ext>
            </p:extLst>
          </p:nvPr>
        </p:nvGraphicFramePr>
        <p:xfrm>
          <a:off x="710921" y="474445"/>
          <a:ext cx="6706916" cy="20448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242779159"/>
              </p:ext>
            </p:extLst>
          </p:nvPr>
        </p:nvGraphicFramePr>
        <p:xfrm>
          <a:off x="931625" y="3256840"/>
          <a:ext cx="7064709" cy="29853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4467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4E599C7D-0C9E-4E39-93D6-894A344E86D1}"/>
                                            </p:graphicEl>
                                          </p:spTgt>
                                        </p:tgtEl>
                                        <p:attrNameLst>
                                          <p:attrName>style.visibility</p:attrName>
                                        </p:attrNameLst>
                                      </p:cBhvr>
                                      <p:to>
                                        <p:strVal val="visible"/>
                                      </p:to>
                                    </p:set>
                                    <p:animEffect transition="in" filter="wipe(left)">
                                      <p:cBhvr>
                                        <p:cTn id="7" dur="10"/>
                                        <p:tgtEl>
                                          <p:spTgt spid="4">
                                            <p:graphicEl>
                                              <a:dgm id="{4E599C7D-0C9E-4E39-93D6-894A344E86D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678B9367-037B-4536-8A25-039B1F180678}"/>
                                            </p:graphicEl>
                                          </p:spTgt>
                                        </p:tgtEl>
                                        <p:attrNameLst>
                                          <p:attrName>style.visibility</p:attrName>
                                        </p:attrNameLst>
                                      </p:cBhvr>
                                      <p:to>
                                        <p:strVal val="visible"/>
                                      </p:to>
                                    </p:set>
                                    <p:animEffect transition="in" filter="wipe(left)">
                                      <p:cBhvr>
                                        <p:cTn id="12" dur="10"/>
                                        <p:tgtEl>
                                          <p:spTgt spid="4">
                                            <p:graphicEl>
                                              <a:dgm id="{678B9367-037B-4536-8A25-039B1F180678}"/>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graphicEl>
                                              <a:dgm id="{F87CB410-4131-49CC-81FB-521FD8BBB97F}"/>
                                            </p:graphicEl>
                                          </p:spTgt>
                                        </p:tgtEl>
                                        <p:attrNameLst>
                                          <p:attrName>style.visibility</p:attrName>
                                        </p:attrNameLst>
                                      </p:cBhvr>
                                      <p:to>
                                        <p:strVal val="visible"/>
                                      </p:to>
                                    </p:set>
                                    <p:animEffect transition="in" filter="wipe(left)">
                                      <p:cBhvr>
                                        <p:cTn id="17" dur="10"/>
                                        <p:tgtEl>
                                          <p:spTgt spid="4">
                                            <p:graphicEl>
                                              <a:dgm id="{F87CB410-4131-49CC-81FB-521FD8BBB97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graphicEl>
                                              <a:dgm id="{4181390F-448F-4115-9F51-3A119EA8EFD5}"/>
                                            </p:graphicEl>
                                          </p:spTgt>
                                        </p:tgtEl>
                                        <p:attrNameLst>
                                          <p:attrName>style.visibility</p:attrName>
                                        </p:attrNameLst>
                                      </p:cBhvr>
                                      <p:to>
                                        <p:strVal val="visible"/>
                                      </p:to>
                                    </p:set>
                                    <p:animEffect transition="in" filter="wipe(left)">
                                      <p:cBhvr>
                                        <p:cTn id="22" dur="10"/>
                                        <p:tgtEl>
                                          <p:spTgt spid="4">
                                            <p:graphicEl>
                                              <a:dgm id="{4181390F-448F-4115-9F51-3A119EA8EFD5}"/>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graphicEl>
                                              <a:dgm id="{19B33723-30D0-4B44-85F0-2346A5B0EFEC}"/>
                                            </p:graphicEl>
                                          </p:spTgt>
                                        </p:tgtEl>
                                        <p:attrNameLst>
                                          <p:attrName>style.visibility</p:attrName>
                                        </p:attrNameLst>
                                      </p:cBhvr>
                                      <p:to>
                                        <p:strVal val="visible"/>
                                      </p:to>
                                    </p:set>
                                    <p:animEffect transition="in" filter="wipe(left)">
                                      <p:cBhvr>
                                        <p:cTn id="27" dur="10"/>
                                        <p:tgtEl>
                                          <p:spTgt spid="4">
                                            <p:graphicEl>
                                              <a:dgm id="{19B33723-30D0-4B44-85F0-2346A5B0EFEC}"/>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graphicEl>
                                              <a:dgm id="{2DEE3B8C-81A5-463D-91BC-0E2968810495}"/>
                                            </p:graphicEl>
                                          </p:spTgt>
                                        </p:tgtEl>
                                        <p:attrNameLst>
                                          <p:attrName>style.visibility</p:attrName>
                                        </p:attrNameLst>
                                      </p:cBhvr>
                                      <p:to>
                                        <p:strVal val="visible"/>
                                      </p:to>
                                    </p:set>
                                    <p:animEffect transition="in" filter="wipe(left)">
                                      <p:cBhvr>
                                        <p:cTn id="32" dur="10"/>
                                        <p:tgtEl>
                                          <p:spTgt spid="4">
                                            <p:graphicEl>
                                              <a:dgm id="{2DEE3B8C-81A5-463D-91BC-0E2968810495}"/>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graphicEl>
                                              <a:dgm id="{7D53B381-929C-41C5-9237-5C5F0F7116DE}"/>
                                            </p:graphicEl>
                                          </p:spTgt>
                                        </p:tgtEl>
                                        <p:attrNameLst>
                                          <p:attrName>style.visibility</p:attrName>
                                        </p:attrNameLst>
                                      </p:cBhvr>
                                      <p:to>
                                        <p:strVal val="visible"/>
                                      </p:to>
                                    </p:set>
                                    <p:animEffect transition="in" filter="wipe(left)">
                                      <p:cBhvr>
                                        <p:cTn id="37" dur="10"/>
                                        <p:tgtEl>
                                          <p:spTgt spid="4">
                                            <p:graphicEl>
                                              <a:dgm id="{7D53B381-929C-41C5-9237-5C5F0F7116DE}"/>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graphicEl>
                                              <a:dgm id="{4CAEA931-1E89-4AE5-9C45-BD40A08D8B7F}"/>
                                            </p:graphicEl>
                                          </p:spTgt>
                                        </p:tgtEl>
                                        <p:attrNameLst>
                                          <p:attrName>style.visibility</p:attrName>
                                        </p:attrNameLst>
                                      </p:cBhvr>
                                      <p:to>
                                        <p:strVal val="visible"/>
                                      </p:to>
                                    </p:set>
                                    <p:animEffect transition="in" filter="wipe(left)">
                                      <p:cBhvr>
                                        <p:cTn id="42" dur="10"/>
                                        <p:tgtEl>
                                          <p:spTgt spid="4">
                                            <p:graphicEl>
                                              <a:dgm id="{4CAEA931-1E89-4AE5-9C45-BD40A08D8B7F}"/>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graphicEl>
                                              <a:dgm id="{5D575BBE-9382-44D6-A5B0-D460F057CAA4}"/>
                                            </p:graphicEl>
                                          </p:spTgt>
                                        </p:tgtEl>
                                        <p:attrNameLst>
                                          <p:attrName>style.visibility</p:attrName>
                                        </p:attrNameLst>
                                      </p:cBhvr>
                                      <p:to>
                                        <p:strVal val="visible"/>
                                      </p:to>
                                    </p:set>
                                    <p:animEffect transition="in" filter="wipe(left)">
                                      <p:cBhvr>
                                        <p:cTn id="47" dur="10"/>
                                        <p:tgtEl>
                                          <p:spTgt spid="4">
                                            <p:graphicEl>
                                              <a:dgm id="{5D575BBE-9382-44D6-A5B0-D460F057CAA4}"/>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graphicEl>
                                              <a:dgm id="{4E599C7D-0C9E-4E39-93D6-894A344E86D1}"/>
                                            </p:graphicEl>
                                          </p:spTgt>
                                        </p:tgtEl>
                                        <p:attrNameLst>
                                          <p:attrName>style.visibility</p:attrName>
                                        </p:attrNameLst>
                                      </p:cBhvr>
                                      <p:to>
                                        <p:strVal val="visible"/>
                                      </p:to>
                                    </p:set>
                                    <p:animEffect transition="in" filter="wipe(left)">
                                      <p:cBhvr>
                                        <p:cTn id="52" dur="10"/>
                                        <p:tgtEl>
                                          <p:spTgt spid="5">
                                            <p:graphicEl>
                                              <a:dgm id="{4E599C7D-0C9E-4E39-93D6-894A344E86D1}"/>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graphicEl>
                                              <a:dgm id="{5D910437-A6E4-479D-832E-81FCA6B77D91}"/>
                                            </p:graphicEl>
                                          </p:spTgt>
                                        </p:tgtEl>
                                        <p:attrNameLst>
                                          <p:attrName>style.visibility</p:attrName>
                                        </p:attrNameLst>
                                      </p:cBhvr>
                                      <p:to>
                                        <p:strVal val="visible"/>
                                      </p:to>
                                    </p:set>
                                    <p:animEffect transition="in" filter="wipe(left)">
                                      <p:cBhvr>
                                        <p:cTn id="57" dur="10"/>
                                        <p:tgtEl>
                                          <p:spTgt spid="5">
                                            <p:graphicEl>
                                              <a:dgm id="{5D910437-A6E4-479D-832E-81FCA6B77D91}"/>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
                                            <p:graphicEl>
                                              <a:dgm id="{DD12AA0A-68D8-44D5-AD21-77986FD31EEA}"/>
                                            </p:graphicEl>
                                          </p:spTgt>
                                        </p:tgtEl>
                                        <p:attrNameLst>
                                          <p:attrName>style.visibility</p:attrName>
                                        </p:attrNameLst>
                                      </p:cBhvr>
                                      <p:to>
                                        <p:strVal val="visible"/>
                                      </p:to>
                                    </p:set>
                                    <p:animEffect transition="in" filter="wipe(left)">
                                      <p:cBhvr>
                                        <p:cTn id="62" dur="10"/>
                                        <p:tgtEl>
                                          <p:spTgt spid="5">
                                            <p:graphicEl>
                                              <a:dgm id="{DD12AA0A-68D8-44D5-AD21-77986FD31EEA}"/>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
                                            <p:graphicEl>
                                              <a:dgm id="{8460A001-F736-462E-AB7C-C4C85D92D14A}"/>
                                            </p:graphicEl>
                                          </p:spTgt>
                                        </p:tgtEl>
                                        <p:attrNameLst>
                                          <p:attrName>style.visibility</p:attrName>
                                        </p:attrNameLst>
                                      </p:cBhvr>
                                      <p:to>
                                        <p:strVal val="visible"/>
                                      </p:to>
                                    </p:set>
                                    <p:animEffect transition="in" filter="wipe(left)">
                                      <p:cBhvr>
                                        <p:cTn id="67" dur="10"/>
                                        <p:tgtEl>
                                          <p:spTgt spid="5">
                                            <p:graphicEl>
                                              <a:dgm id="{8460A001-F736-462E-AB7C-C4C85D92D14A}"/>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
                                            <p:graphicEl>
                                              <a:dgm id="{C27142A5-78EC-4866-A7F9-AA44D33D1F75}"/>
                                            </p:graphicEl>
                                          </p:spTgt>
                                        </p:tgtEl>
                                        <p:attrNameLst>
                                          <p:attrName>style.visibility</p:attrName>
                                        </p:attrNameLst>
                                      </p:cBhvr>
                                      <p:to>
                                        <p:strVal val="visible"/>
                                      </p:to>
                                    </p:set>
                                    <p:animEffect transition="in" filter="wipe(left)">
                                      <p:cBhvr>
                                        <p:cTn id="72" dur="10"/>
                                        <p:tgtEl>
                                          <p:spTgt spid="5">
                                            <p:graphicEl>
                                              <a:dgm id="{C27142A5-78EC-4866-A7F9-AA44D33D1F75}"/>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
                                            <p:graphicEl>
                                              <a:dgm id="{C71868F8-1011-467B-8E6D-8E2990A8D7D5}"/>
                                            </p:graphicEl>
                                          </p:spTgt>
                                        </p:tgtEl>
                                        <p:attrNameLst>
                                          <p:attrName>style.visibility</p:attrName>
                                        </p:attrNameLst>
                                      </p:cBhvr>
                                      <p:to>
                                        <p:strVal val="visible"/>
                                      </p:to>
                                    </p:set>
                                    <p:animEffect transition="in" filter="wipe(left)">
                                      <p:cBhvr>
                                        <p:cTn id="77" dur="10"/>
                                        <p:tgtEl>
                                          <p:spTgt spid="5">
                                            <p:graphicEl>
                                              <a:dgm id="{C71868F8-1011-467B-8E6D-8E2990A8D7D5}"/>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
                                            <p:graphicEl>
                                              <a:dgm id="{230C7453-0B80-490E-84B5-F7121886665F}"/>
                                            </p:graphicEl>
                                          </p:spTgt>
                                        </p:tgtEl>
                                        <p:attrNameLst>
                                          <p:attrName>style.visibility</p:attrName>
                                        </p:attrNameLst>
                                      </p:cBhvr>
                                      <p:to>
                                        <p:strVal val="visible"/>
                                      </p:to>
                                    </p:set>
                                    <p:animEffect transition="in" filter="wipe(left)">
                                      <p:cBhvr>
                                        <p:cTn id="82" dur="10"/>
                                        <p:tgtEl>
                                          <p:spTgt spid="5">
                                            <p:graphicEl>
                                              <a:dgm id="{230C7453-0B80-490E-84B5-F7121886665F}"/>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
                                            <p:graphicEl>
                                              <a:dgm id="{7B4E2664-CB26-4A7A-B7DA-6E244EDE73FF}"/>
                                            </p:graphicEl>
                                          </p:spTgt>
                                        </p:tgtEl>
                                        <p:attrNameLst>
                                          <p:attrName>style.visibility</p:attrName>
                                        </p:attrNameLst>
                                      </p:cBhvr>
                                      <p:to>
                                        <p:strVal val="visible"/>
                                      </p:to>
                                    </p:set>
                                    <p:animEffect transition="in" filter="wipe(left)">
                                      <p:cBhvr>
                                        <p:cTn id="87" dur="10"/>
                                        <p:tgtEl>
                                          <p:spTgt spid="5">
                                            <p:graphicEl>
                                              <a:dgm id="{7B4E2664-CB26-4A7A-B7DA-6E244EDE73FF}"/>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
                                            <p:graphicEl>
                                              <a:dgm id="{9B1F2FB1-4293-4C13-8C91-B788D4E0D058}"/>
                                            </p:graphicEl>
                                          </p:spTgt>
                                        </p:tgtEl>
                                        <p:attrNameLst>
                                          <p:attrName>style.visibility</p:attrName>
                                        </p:attrNameLst>
                                      </p:cBhvr>
                                      <p:to>
                                        <p:strVal val="visible"/>
                                      </p:to>
                                    </p:set>
                                    <p:animEffect transition="in" filter="wipe(left)">
                                      <p:cBhvr>
                                        <p:cTn id="92" dur="10"/>
                                        <p:tgtEl>
                                          <p:spTgt spid="5">
                                            <p:graphicEl>
                                              <a:dgm id="{9B1F2FB1-4293-4C13-8C91-B788D4E0D058}"/>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
                                            <p:graphicEl>
                                              <a:dgm id="{AFEFC928-AAA8-4371-93A1-8699D03AC641}"/>
                                            </p:graphicEl>
                                          </p:spTgt>
                                        </p:tgtEl>
                                        <p:attrNameLst>
                                          <p:attrName>style.visibility</p:attrName>
                                        </p:attrNameLst>
                                      </p:cBhvr>
                                      <p:to>
                                        <p:strVal val="visible"/>
                                      </p:to>
                                    </p:set>
                                    <p:animEffect transition="in" filter="wipe(left)">
                                      <p:cBhvr>
                                        <p:cTn id="97" dur="10"/>
                                        <p:tgtEl>
                                          <p:spTgt spid="5">
                                            <p:graphicEl>
                                              <a:dgm id="{AFEFC928-AAA8-4371-93A1-8699D03AC641}"/>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
                                            <p:graphicEl>
                                              <a:dgm id="{1B8890E1-6090-4FB6-A0AE-AEDAA0694242}"/>
                                            </p:graphicEl>
                                          </p:spTgt>
                                        </p:tgtEl>
                                        <p:attrNameLst>
                                          <p:attrName>style.visibility</p:attrName>
                                        </p:attrNameLst>
                                      </p:cBhvr>
                                      <p:to>
                                        <p:strVal val="visible"/>
                                      </p:to>
                                    </p:set>
                                    <p:animEffect transition="in" filter="wipe(left)">
                                      <p:cBhvr>
                                        <p:cTn id="102" dur="10"/>
                                        <p:tgtEl>
                                          <p:spTgt spid="5">
                                            <p:graphicEl>
                                              <a:dgm id="{1B8890E1-6090-4FB6-A0AE-AEDAA0694242}"/>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
                                            <p:graphicEl>
                                              <a:dgm id="{C8B532D9-F2A8-4866-BAF1-319D96442994}"/>
                                            </p:graphicEl>
                                          </p:spTgt>
                                        </p:tgtEl>
                                        <p:attrNameLst>
                                          <p:attrName>style.visibility</p:attrName>
                                        </p:attrNameLst>
                                      </p:cBhvr>
                                      <p:to>
                                        <p:strVal val="visible"/>
                                      </p:to>
                                    </p:set>
                                    <p:animEffect transition="in" filter="wipe(left)">
                                      <p:cBhvr>
                                        <p:cTn id="107" dur="10"/>
                                        <p:tgtEl>
                                          <p:spTgt spid="5">
                                            <p:graphicEl>
                                              <a:dgm id="{C8B532D9-F2A8-4866-BAF1-319D96442994}"/>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
                                            <p:graphicEl>
                                              <a:dgm id="{97B86EB4-6921-4582-AB1C-211E9EAD6B0B}"/>
                                            </p:graphicEl>
                                          </p:spTgt>
                                        </p:tgtEl>
                                        <p:attrNameLst>
                                          <p:attrName>style.visibility</p:attrName>
                                        </p:attrNameLst>
                                      </p:cBhvr>
                                      <p:to>
                                        <p:strVal val="visible"/>
                                      </p:to>
                                    </p:set>
                                    <p:animEffect transition="in" filter="wipe(left)">
                                      <p:cBhvr>
                                        <p:cTn id="112" dur="10"/>
                                        <p:tgtEl>
                                          <p:spTgt spid="5">
                                            <p:graphicEl>
                                              <a:dgm id="{97B86EB4-6921-4582-AB1C-211E9EAD6B0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Graphic spid="5"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311498" y="456266"/>
            <a:ext cx="10369899" cy="5016758"/>
          </a:xfrm>
          <a:prstGeom prst="rect">
            <a:avLst/>
          </a:prstGeom>
        </p:spPr>
        <p:txBody>
          <a:bodyPr wrap="square">
            <a:spAutoFit/>
          </a:bodyPr>
          <a:lstStyle/>
          <a:p>
            <a:r>
              <a:rPr lang="en-IN" sz="1600" dirty="0">
                <a:latin typeface="Courier New" panose="02070309020205020404" pitchFamily="49" charset="0"/>
                <a:cs typeface="Courier New" panose="02070309020205020404" pitchFamily="49" charset="0"/>
              </a:rPr>
              <a:t>Comparison Operators:</a:t>
            </a:r>
          </a:p>
          <a:p>
            <a:pPr lvl="1"/>
            <a:r>
              <a:rPr lang="en-IN" sz="1600" dirty="0">
                <a:latin typeface="Courier New" panose="02070309020205020404" pitchFamily="49" charset="0"/>
                <a:cs typeface="Courier New" panose="02070309020205020404" pitchFamily="49" charset="0"/>
              </a:rPr>
              <a:t>= 	Equal to</a:t>
            </a:r>
          </a:p>
          <a:p>
            <a:pPr lvl="1"/>
            <a:r>
              <a:rPr lang="en-IN" sz="1600" dirty="0">
                <a:latin typeface="Courier New" panose="02070309020205020404" pitchFamily="49" charset="0"/>
                <a:cs typeface="Courier New" panose="02070309020205020404" pitchFamily="49" charset="0"/>
              </a:rPr>
              <a:t>&lt;&gt; 	Not equal to</a:t>
            </a:r>
          </a:p>
          <a:p>
            <a:pPr lvl="1"/>
            <a:r>
              <a:rPr lang="en-IN" sz="1600" dirty="0">
                <a:latin typeface="Courier New" panose="02070309020205020404" pitchFamily="49" charset="0"/>
                <a:cs typeface="Courier New" panose="02070309020205020404" pitchFamily="49" charset="0"/>
              </a:rPr>
              <a:t>!= 	Not equal to</a:t>
            </a:r>
          </a:p>
          <a:p>
            <a:pPr lvl="1"/>
            <a:r>
              <a:rPr lang="en-IN" sz="1600" dirty="0">
                <a:latin typeface="Courier New" panose="02070309020205020404" pitchFamily="49" charset="0"/>
                <a:cs typeface="Courier New" panose="02070309020205020404" pitchFamily="49" charset="0"/>
              </a:rPr>
              <a:t>&lt; 	Less than</a:t>
            </a:r>
          </a:p>
          <a:p>
            <a:pPr lvl="1"/>
            <a:r>
              <a:rPr lang="en-IN" sz="1600" dirty="0">
                <a:latin typeface="Courier New" panose="02070309020205020404" pitchFamily="49" charset="0"/>
                <a:cs typeface="Courier New" panose="02070309020205020404" pitchFamily="49" charset="0"/>
              </a:rPr>
              <a:t>&gt; 	Greater than</a:t>
            </a:r>
          </a:p>
          <a:p>
            <a:pPr lvl="1"/>
            <a:r>
              <a:rPr lang="en-IN" sz="1600" dirty="0">
                <a:latin typeface="Courier New" panose="02070309020205020404" pitchFamily="49" charset="0"/>
                <a:cs typeface="Courier New" panose="02070309020205020404" pitchFamily="49" charset="0"/>
              </a:rPr>
              <a:t>&lt;= 	Less than or equal to</a:t>
            </a:r>
          </a:p>
          <a:p>
            <a:pPr lvl="1"/>
            <a:r>
              <a:rPr lang="en-IN" sz="1600" dirty="0">
                <a:latin typeface="Courier New" panose="02070309020205020404" pitchFamily="49" charset="0"/>
                <a:cs typeface="Courier New" panose="02070309020205020404" pitchFamily="49" charset="0"/>
              </a:rPr>
              <a:t>&gt;= 	Greater than or equal to</a:t>
            </a:r>
          </a:p>
          <a:p>
            <a:endParaRPr lang="en-IN" sz="1600" dirty="0">
              <a:latin typeface="Courier New" panose="02070309020205020404" pitchFamily="49" charset="0"/>
              <a:cs typeface="Courier New" panose="02070309020205020404" pitchFamily="49" charset="0"/>
            </a:endParaRPr>
          </a:p>
          <a:p>
            <a:endParaRPr lang="en-IN" sz="1600" dirty="0">
              <a:latin typeface="Courier New" panose="02070309020205020404" pitchFamily="49" charset="0"/>
              <a:cs typeface="Courier New" panose="02070309020205020404" pitchFamily="49" charset="0"/>
            </a:endParaRPr>
          </a:p>
          <a:p>
            <a:r>
              <a:rPr lang="en-IN" sz="1600" dirty="0" smtClean="0">
                <a:latin typeface="Courier New" panose="02070309020205020404" pitchFamily="49" charset="0"/>
                <a:cs typeface="Courier New" panose="02070309020205020404" pitchFamily="49" charset="0"/>
              </a:rPr>
              <a:t>Logical </a:t>
            </a:r>
            <a:r>
              <a:rPr lang="en-IN" sz="1600" dirty="0">
                <a:latin typeface="Courier New" panose="02070309020205020404" pitchFamily="49" charset="0"/>
                <a:cs typeface="Courier New" panose="02070309020205020404" pitchFamily="49" charset="0"/>
              </a:rPr>
              <a:t>Operators:	</a:t>
            </a:r>
          </a:p>
          <a:p>
            <a:pPr lvl="1"/>
            <a:r>
              <a:rPr lang="en-IN" sz="1600" dirty="0" smtClean="0">
                <a:latin typeface="Courier New" panose="02070309020205020404" pitchFamily="49" charset="0"/>
                <a:cs typeface="Courier New" panose="02070309020205020404" pitchFamily="49" charset="0"/>
              </a:rPr>
              <a:t>AND </a:t>
            </a:r>
            <a:r>
              <a:rPr lang="en-IN" sz="1600" dirty="0">
                <a:latin typeface="Courier New" panose="02070309020205020404" pitchFamily="49" charset="0"/>
                <a:cs typeface="Courier New" panose="02070309020205020404" pitchFamily="49" charset="0"/>
              </a:rPr>
              <a:t>	Logical AND</a:t>
            </a:r>
          </a:p>
          <a:p>
            <a:pPr lvl="1"/>
            <a:r>
              <a:rPr lang="en-IN" sz="1600" dirty="0">
                <a:latin typeface="Courier New" panose="02070309020205020404" pitchFamily="49" charset="0"/>
                <a:cs typeface="Courier New" panose="02070309020205020404" pitchFamily="49" charset="0"/>
              </a:rPr>
              <a:t>OR 	</a:t>
            </a:r>
            <a:r>
              <a:rPr lang="en-IN" sz="1600" dirty="0" smtClean="0">
                <a:latin typeface="Courier New" panose="02070309020205020404" pitchFamily="49" charset="0"/>
                <a:cs typeface="Courier New" panose="02070309020205020404" pitchFamily="49" charset="0"/>
              </a:rPr>
              <a:t>	Logical </a:t>
            </a:r>
            <a:r>
              <a:rPr lang="en-IN" sz="1600" dirty="0">
                <a:latin typeface="Courier New" panose="02070309020205020404" pitchFamily="49" charset="0"/>
                <a:cs typeface="Courier New" panose="02070309020205020404" pitchFamily="49" charset="0"/>
              </a:rPr>
              <a:t>OR</a:t>
            </a:r>
          </a:p>
          <a:p>
            <a:pPr lvl="1"/>
            <a:r>
              <a:rPr lang="en-IN" sz="1600" dirty="0">
                <a:latin typeface="Courier New" panose="02070309020205020404" pitchFamily="49" charset="0"/>
                <a:cs typeface="Courier New" panose="02070309020205020404" pitchFamily="49" charset="0"/>
              </a:rPr>
              <a:t>NOT 	Logical NOT</a:t>
            </a:r>
          </a:p>
          <a:p>
            <a:endParaRPr lang="en-IN" sz="1600" dirty="0">
              <a:latin typeface="Courier New" panose="02070309020205020404" pitchFamily="49" charset="0"/>
              <a:cs typeface="Courier New" panose="02070309020205020404" pitchFamily="49" charset="0"/>
            </a:endParaRPr>
          </a:p>
          <a:p>
            <a:endParaRPr lang="en-IN" sz="1600" dirty="0">
              <a:latin typeface="Courier New" panose="02070309020205020404" pitchFamily="49" charset="0"/>
              <a:cs typeface="Courier New" panose="02070309020205020404" pitchFamily="49" charset="0"/>
            </a:endParaRPr>
          </a:p>
          <a:p>
            <a:r>
              <a:rPr lang="en-IN" sz="1600" dirty="0">
                <a:latin typeface="Courier New" panose="02070309020205020404" pitchFamily="49" charset="0"/>
                <a:cs typeface="Courier New" panose="02070309020205020404" pitchFamily="49" charset="0"/>
              </a:rPr>
              <a:t>Membership Operators:</a:t>
            </a:r>
          </a:p>
          <a:p>
            <a:pPr lvl="1"/>
            <a:r>
              <a:rPr lang="en-IN" sz="1600" dirty="0" smtClean="0">
                <a:latin typeface="Courier New" panose="02070309020205020404" pitchFamily="49" charset="0"/>
                <a:cs typeface="Courier New" panose="02070309020205020404" pitchFamily="49" charset="0"/>
              </a:rPr>
              <a:t>IN </a:t>
            </a:r>
            <a:r>
              <a:rPr lang="en-IN" sz="1600" dirty="0">
                <a:latin typeface="Courier New" panose="02070309020205020404" pitchFamily="49" charset="0"/>
                <a:cs typeface="Courier New" panose="02070309020205020404" pitchFamily="49" charset="0"/>
              </a:rPr>
              <a:t>	</a:t>
            </a:r>
            <a:r>
              <a:rPr lang="en-IN" sz="1600" dirty="0" smtClean="0">
                <a:latin typeface="Courier New" panose="02070309020205020404" pitchFamily="49" charset="0"/>
                <a:cs typeface="Courier New" panose="02070309020205020404" pitchFamily="49" charset="0"/>
              </a:rPr>
              <a:t>	Checks </a:t>
            </a:r>
            <a:r>
              <a:rPr lang="en-IN" sz="1600" dirty="0">
                <a:latin typeface="Courier New" panose="02070309020205020404" pitchFamily="49" charset="0"/>
                <a:cs typeface="Courier New" panose="02070309020205020404" pitchFamily="49" charset="0"/>
              </a:rPr>
              <a:t>if a value exists in a set of values</a:t>
            </a:r>
          </a:p>
          <a:p>
            <a:pPr lvl="1"/>
            <a:r>
              <a:rPr lang="en-IN" sz="1600" dirty="0">
                <a:latin typeface="Courier New" panose="02070309020205020404" pitchFamily="49" charset="0"/>
                <a:cs typeface="Courier New" panose="02070309020205020404" pitchFamily="49" charset="0"/>
              </a:rPr>
              <a:t>NOT IN 	Checks if a value does not exist in a set of values</a:t>
            </a:r>
          </a:p>
          <a:p>
            <a:endParaRPr lang="en-IN" sz="1600" dirty="0">
              <a:latin typeface="Courier New" panose="02070309020205020404" pitchFamily="49" charset="0"/>
              <a:cs typeface="Courier New" panose="02070309020205020404" pitchFamily="49" charset="0"/>
            </a:endParaRPr>
          </a:p>
        </p:txBody>
      </p:sp>
      <p:sp>
        <p:nvSpPr>
          <p:cNvPr id="2" name="Rounded Rectangle 1"/>
          <p:cNvSpPr/>
          <p:nvPr/>
        </p:nvSpPr>
        <p:spPr>
          <a:xfrm>
            <a:off x="7315200" y="592853"/>
            <a:ext cx="2562330" cy="6732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latin typeface="Candara" panose="020E0502030303020204" pitchFamily="34" charset="0"/>
              </a:rPr>
              <a:t>Operators</a:t>
            </a:r>
            <a:endParaRPr lang="en-IN">
              <a:latin typeface="Candara" panose="020E0502030303020204" pitchFamily="34" charset="0"/>
            </a:endParaRPr>
          </a:p>
        </p:txBody>
      </p:sp>
    </p:spTree>
    <p:extLst>
      <p:ext uri="{BB962C8B-B14F-4D97-AF65-F5344CB8AC3E}">
        <p14:creationId xmlns:p14="http://schemas.microsoft.com/office/powerpoint/2010/main" val="126678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4">
                                            <p:txEl>
                                              <p:pRg st="0" end="0"/>
                                            </p:txEl>
                                          </p:spTgt>
                                        </p:tgtEl>
                                        <p:attrNameLst>
                                          <p:attrName>style.visibility</p:attrName>
                                        </p:attrNameLst>
                                      </p:cBhvr>
                                      <p:to>
                                        <p:strVal val="visible"/>
                                      </p:to>
                                    </p:set>
                                    <p:animEffect transition="in" filter="wipe(left)">
                                      <p:cBhvr>
                                        <p:cTn id="14" dur="500"/>
                                        <p:tgtEl>
                                          <p:spTgt spid="1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animEffect transition="in" filter="wipe(left)">
                                      <p:cBhvr>
                                        <p:cTn id="19" dur="500"/>
                                        <p:tgtEl>
                                          <p:spTgt spid="1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4">
                                            <p:txEl>
                                              <p:pRg st="2" end="2"/>
                                            </p:txEl>
                                          </p:spTgt>
                                        </p:tgtEl>
                                        <p:attrNameLst>
                                          <p:attrName>style.visibility</p:attrName>
                                        </p:attrNameLst>
                                      </p:cBhvr>
                                      <p:to>
                                        <p:strVal val="visible"/>
                                      </p:to>
                                    </p:set>
                                    <p:animEffect transition="in" filter="wipe(left)">
                                      <p:cBhvr>
                                        <p:cTn id="24" dur="500"/>
                                        <p:tgtEl>
                                          <p:spTgt spid="1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
                                            <p:txEl>
                                              <p:pRg st="3" end="3"/>
                                            </p:txEl>
                                          </p:spTgt>
                                        </p:tgtEl>
                                        <p:attrNameLst>
                                          <p:attrName>style.visibility</p:attrName>
                                        </p:attrNameLst>
                                      </p:cBhvr>
                                      <p:to>
                                        <p:strVal val="visible"/>
                                      </p:to>
                                    </p:set>
                                    <p:animEffect transition="in" filter="wipe(left)">
                                      <p:cBhvr>
                                        <p:cTn id="29" dur="500"/>
                                        <p:tgtEl>
                                          <p:spTgt spid="1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4">
                                            <p:txEl>
                                              <p:pRg st="4" end="4"/>
                                            </p:txEl>
                                          </p:spTgt>
                                        </p:tgtEl>
                                        <p:attrNameLst>
                                          <p:attrName>style.visibility</p:attrName>
                                        </p:attrNameLst>
                                      </p:cBhvr>
                                      <p:to>
                                        <p:strVal val="visible"/>
                                      </p:to>
                                    </p:set>
                                    <p:animEffect transition="in" filter="wipe(left)">
                                      <p:cBhvr>
                                        <p:cTn id="34" dur="500"/>
                                        <p:tgtEl>
                                          <p:spTgt spid="1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xEl>
                                              <p:pRg st="5" end="5"/>
                                            </p:txEl>
                                          </p:spTgt>
                                        </p:tgtEl>
                                        <p:attrNameLst>
                                          <p:attrName>style.visibility</p:attrName>
                                        </p:attrNameLst>
                                      </p:cBhvr>
                                      <p:to>
                                        <p:strVal val="visible"/>
                                      </p:to>
                                    </p:set>
                                    <p:animEffect transition="in" filter="wipe(left)">
                                      <p:cBhvr>
                                        <p:cTn id="39" dur="500"/>
                                        <p:tgtEl>
                                          <p:spTgt spid="14">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4">
                                            <p:txEl>
                                              <p:pRg st="6" end="6"/>
                                            </p:txEl>
                                          </p:spTgt>
                                        </p:tgtEl>
                                        <p:attrNameLst>
                                          <p:attrName>style.visibility</p:attrName>
                                        </p:attrNameLst>
                                      </p:cBhvr>
                                      <p:to>
                                        <p:strVal val="visible"/>
                                      </p:to>
                                    </p:set>
                                    <p:animEffect transition="in" filter="wipe(left)">
                                      <p:cBhvr>
                                        <p:cTn id="44" dur="500"/>
                                        <p:tgtEl>
                                          <p:spTgt spid="14">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4">
                                            <p:txEl>
                                              <p:pRg st="7" end="7"/>
                                            </p:txEl>
                                          </p:spTgt>
                                        </p:tgtEl>
                                        <p:attrNameLst>
                                          <p:attrName>style.visibility</p:attrName>
                                        </p:attrNameLst>
                                      </p:cBhvr>
                                      <p:to>
                                        <p:strVal val="visible"/>
                                      </p:to>
                                    </p:set>
                                    <p:animEffect transition="in" filter="wipe(left)">
                                      <p:cBhvr>
                                        <p:cTn id="49" dur="500"/>
                                        <p:tgtEl>
                                          <p:spTgt spid="14">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
                                            <p:txEl>
                                              <p:pRg st="10" end="10"/>
                                            </p:txEl>
                                          </p:spTgt>
                                        </p:tgtEl>
                                        <p:attrNameLst>
                                          <p:attrName>style.visibility</p:attrName>
                                        </p:attrNameLst>
                                      </p:cBhvr>
                                      <p:to>
                                        <p:strVal val="visible"/>
                                      </p:to>
                                    </p:set>
                                    <p:animEffect transition="in" filter="wipe(left)">
                                      <p:cBhvr>
                                        <p:cTn id="54" dur="500"/>
                                        <p:tgtEl>
                                          <p:spTgt spid="14">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
                                            <p:txEl>
                                              <p:pRg st="11" end="11"/>
                                            </p:txEl>
                                          </p:spTgt>
                                        </p:tgtEl>
                                        <p:attrNameLst>
                                          <p:attrName>style.visibility</p:attrName>
                                        </p:attrNameLst>
                                      </p:cBhvr>
                                      <p:to>
                                        <p:strVal val="visible"/>
                                      </p:to>
                                    </p:set>
                                    <p:animEffect transition="in" filter="wipe(left)">
                                      <p:cBhvr>
                                        <p:cTn id="59" dur="500"/>
                                        <p:tgtEl>
                                          <p:spTgt spid="14">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4">
                                            <p:txEl>
                                              <p:pRg st="12" end="12"/>
                                            </p:txEl>
                                          </p:spTgt>
                                        </p:tgtEl>
                                        <p:attrNameLst>
                                          <p:attrName>style.visibility</p:attrName>
                                        </p:attrNameLst>
                                      </p:cBhvr>
                                      <p:to>
                                        <p:strVal val="visible"/>
                                      </p:to>
                                    </p:set>
                                    <p:animEffect transition="in" filter="wipe(left)">
                                      <p:cBhvr>
                                        <p:cTn id="64" dur="500"/>
                                        <p:tgtEl>
                                          <p:spTgt spid="14">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4">
                                            <p:txEl>
                                              <p:pRg st="13" end="13"/>
                                            </p:txEl>
                                          </p:spTgt>
                                        </p:tgtEl>
                                        <p:attrNameLst>
                                          <p:attrName>style.visibility</p:attrName>
                                        </p:attrNameLst>
                                      </p:cBhvr>
                                      <p:to>
                                        <p:strVal val="visible"/>
                                      </p:to>
                                    </p:set>
                                    <p:animEffect transition="in" filter="wipe(left)">
                                      <p:cBhvr>
                                        <p:cTn id="69" dur="500"/>
                                        <p:tgtEl>
                                          <p:spTgt spid="14">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4">
                                            <p:txEl>
                                              <p:pRg st="16" end="16"/>
                                            </p:txEl>
                                          </p:spTgt>
                                        </p:tgtEl>
                                        <p:attrNameLst>
                                          <p:attrName>style.visibility</p:attrName>
                                        </p:attrNameLst>
                                      </p:cBhvr>
                                      <p:to>
                                        <p:strVal val="visible"/>
                                      </p:to>
                                    </p:set>
                                    <p:animEffect transition="in" filter="wipe(left)">
                                      <p:cBhvr>
                                        <p:cTn id="74" dur="500"/>
                                        <p:tgtEl>
                                          <p:spTgt spid="14">
                                            <p:txEl>
                                              <p:pRg st="16" end="1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4">
                                            <p:txEl>
                                              <p:pRg st="17" end="17"/>
                                            </p:txEl>
                                          </p:spTgt>
                                        </p:tgtEl>
                                        <p:attrNameLst>
                                          <p:attrName>style.visibility</p:attrName>
                                        </p:attrNameLst>
                                      </p:cBhvr>
                                      <p:to>
                                        <p:strVal val="visible"/>
                                      </p:to>
                                    </p:set>
                                    <p:animEffect transition="in" filter="wipe(left)">
                                      <p:cBhvr>
                                        <p:cTn id="79" dur="500"/>
                                        <p:tgtEl>
                                          <p:spTgt spid="14">
                                            <p:txEl>
                                              <p:pRg st="17" end="17"/>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4">
                                            <p:txEl>
                                              <p:pRg st="18" end="18"/>
                                            </p:txEl>
                                          </p:spTgt>
                                        </p:tgtEl>
                                        <p:attrNameLst>
                                          <p:attrName>style.visibility</p:attrName>
                                        </p:attrNameLst>
                                      </p:cBhvr>
                                      <p:to>
                                        <p:strVal val="visible"/>
                                      </p:to>
                                    </p:set>
                                    <p:animEffect transition="in" filter="wipe(left)">
                                      <p:cBhvr>
                                        <p:cTn id="84" dur="500"/>
                                        <p:tgtEl>
                                          <p:spTgt spid="1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1987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820" y="753862"/>
            <a:ext cx="11123525" cy="4524315"/>
          </a:xfrm>
          <a:prstGeom prst="rect">
            <a:avLst/>
          </a:prstGeom>
        </p:spPr>
        <p:txBody>
          <a:bodyPr wrap="square">
            <a:spAutoFit/>
          </a:bodyPr>
          <a:lstStyle/>
          <a:p>
            <a:r>
              <a:rPr lang="en-IN" sz="1600" dirty="0">
                <a:latin typeface="Courier New" panose="02070309020205020404" pitchFamily="49" charset="0"/>
                <a:cs typeface="Courier New" panose="02070309020205020404" pitchFamily="49" charset="0"/>
              </a:rPr>
              <a:t>Between Operator:</a:t>
            </a:r>
          </a:p>
          <a:p>
            <a:pPr lvl="1"/>
            <a:r>
              <a:rPr lang="en-IN" sz="1600" dirty="0" smtClean="0">
                <a:latin typeface="Courier New" panose="02070309020205020404" pitchFamily="49" charset="0"/>
                <a:cs typeface="Courier New" panose="02070309020205020404" pitchFamily="49" charset="0"/>
              </a:rPr>
              <a:t>BETWEEN </a:t>
            </a:r>
            <a:r>
              <a:rPr lang="en-IN" sz="1600" dirty="0">
                <a:latin typeface="Courier New" panose="02070309020205020404" pitchFamily="49" charset="0"/>
                <a:cs typeface="Courier New" panose="02070309020205020404" pitchFamily="49" charset="0"/>
              </a:rPr>
              <a:t>	</a:t>
            </a:r>
            <a:r>
              <a:rPr lang="en-IN" sz="1600" dirty="0" smtClean="0">
                <a:latin typeface="Courier New" panose="02070309020205020404" pitchFamily="49" charset="0"/>
                <a:cs typeface="Courier New" panose="02070309020205020404" pitchFamily="49" charset="0"/>
              </a:rPr>
              <a:t>	Checks </a:t>
            </a:r>
            <a:r>
              <a:rPr lang="en-IN" sz="1600" dirty="0">
                <a:latin typeface="Courier New" panose="02070309020205020404" pitchFamily="49" charset="0"/>
                <a:cs typeface="Courier New" panose="02070309020205020404" pitchFamily="49" charset="0"/>
              </a:rPr>
              <a:t>if a value lies within a specified range</a:t>
            </a:r>
          </a:p>
          <a:p>
            <a:pPr lvl="1"/>
            <a:r>
              <a:rPr lang="en-IN" sz="1600" dirty="0">
                <a:latin typeface="Courier New" panose="02070309020205020404" pitchFamily="49" charset="0"/>
                <a:cs typeface="Courier New" panose="02070309020205020404" pitchFamily="49" charset="0"/>
              </a:rPr>
              <a:t>Not BETWEEN 	</a:t>
            </a:r>
            <a:r>
              <a:rPr lang="en-IN" sz="1600" dirty="0" smtClean="0">
                <a:latin typeface="Courier New" panose="02070309020205020404" pitchFamily="49" charset="0"/>
                <a:cs typeface="Courier New" panose="02070309020205020404" pitchFamily="49" charset="0"/>
              </a:rPr>
              <a:t>	Checks </a:t>
            </a:r>
            <a:r>
              <a:rPr lang="en-IN" sz="1600" dirty="0">
                <a:latin typeface="Courier New" panose="02070309020205020404" pitchFamily="49" charset="0"/>
                <a:cs typeface="Courier New" panose="02070309020205020404" pitchFamily="49" charset="0"/>
              </a:rPr>
              <a:t>if a value lies within a specified range</a:t>
            </a:r>
          </a:p>
          <a:p>
            <a:endParaRPr lang="en-IN" sz="1600" dirty="0" smtClean="0">
              <a:latin typeface="Courier New" panose="02070309020205020404" pitchFamily="49" charset="0"/>
              <a:cs typeface="Courier New" panose="02070309020205020404" pitchFamily="49" charset="0"/>
            </a:endParaRPr>
          </a:p>
          <a:p>
            <a:endParaRPr lang="en-IN" sz="1600" dirty="0">
              <a:latin typeface="Courier New" panose="02070309020205020404" pitchFamily="49" charset="0"/>
              <a:cs typeface="Courier New" panose="02070309020205020404" pitchFamily="49" charset="0"/>
            </a:endParaRPr>
          </a:p>
          <a:p>
            <a:r>
              <a:rPr lang="en-IN" sz="1600" dirty="0">
                <a:latin typeface="Courier New" panose="02070309020205020404" pitchFamily="49" charset="0"/>
                <a:cs typeface="Courier New" panose="02070309020205020404" pitchFamily="49" charset="0"/>
              </a:rPr>
              <a:t>LIKE Operator(WILDCARD):</a:t>
            </a:r>
          </a:p>
          <a:p>
            <a:pPr lvl="1"/>
            <a:r>
              <a:rPr lang="en-IN" sz="1600" dirty="0">
                <a:latin typeface="Courier New" panose="02070309020205020404" pitchFamily="49" charset="0"/>
                <a:cs typeface="Courier New" panose="02070309020205020404" pitchFamily="49" charset="0"/>
              </a:rPr>
              <a:t>LIKE 		Matches patterns in strings using wildcard characters % and _</a:t>
            </a:r>
          </a:p>
          <a:p>
            <a:endParaRPr lang="en-IN" sz="1600" dirty="0">
              <a:latin typeface="Courier New" panose="02070309020205020404" pitchFamily="49" charset="0"/>
              <a:cs typeface="Courier New" panose="02070309020205020404" pitchFamily="49" charset="0"/>
            </a:endParaRPr>
          </a:p>
          <a:p>
            <a:endParaRPr lang="en-IN" sz="1600" dirty="0" smtClean="0">
              <a:latin typeface="Courier New" panose="02070309020205020404" pitchFamily="49" charset="0"/>
              <a:cs typeface="Courier New" panose="02070309020205020404" pitchFamily="49" charset="0"/>
            </a:endParaRPr>
          </a:p>
          <a:p>
            <a:r>
              <a:rPr lang="en-IN" sz="1600" dirty="0">
                <a:latin typeface="Courier New" panose="02070309020205020404" pitchFamily="49" charset="0"/>
                <a:cs typeface="Courier New" panose="02070309020205020404" pitchFamily="49" charset="0"/>
              </a:rPr>
              <a:t>IS NULL Operator:</a:t>
            </a:r>
          </a:p>
          <a:p>
            <a:pPr lvl="1"/>
            <a:r>
              <a:rPr lang="en-IN" sz="1600" dirty="0">
                <a:latin typeface="Courier New" panose="02070309020205020404" pitchFamily="49" charset="0"/>
                <a:cs typeface="Courier New" panose="02070309020205020404" pitchFamily="49" charset="0"/>
              </a:rPr>
              <a:t>IS NULL 		Checks if a value is NULL</a:t>
            </a:r>
          </a:p>
          <a:p>
            <a:pPr lvl="1"/>
            <a:r>
              <a:rPr lang="en-IN" sz="1600" dirty="0">
                <a:latin typeface="Courier New" panose="02070309020205020404" pitchFamily="49" charset="0"/>
                <a:cs typeface="Courier New" panose="02070309020205020404" pitchFamily="49" charset="0"/>
              </a:rPr>
              <a:t>IS NOT NULL 	</a:t>
            </a:r>
            <a:r>
              <a:rPr lang="en-IN" sz="1600" dirty="0" smtClean="0">
                <a:latin typeface="Courier New" panose="02070309020205020404" pitchFamily="49" charset="0"/>
                <a:cs typeface="Courier New" panose="02070309020205020404" pitchFamily="49" charset="0"/>
              </a:rPr>
              <a:t>	Checks </a:t>
            </a:r>
            <a:r>
              <a:rPr lang="en-IN" sz="1600" dirty="0">
                <a:latin typeface="Courier New" panose="02070309020205020404" pitchFamily="49" charset="0"/>
                <a:cs typeface="Courier New" panose="02070309020205020404" pitchFamily="49" charset="0"/>
              </a:rPr>
              <a:t>if a value is not NULL</a:t>
            </a:r>
          </a:p>
          <a:p>
            <a:endParaRPr lang="en-IN" sz="1600" dirty="0">
              <a:latin typeface="Courier New" panose="02070309020205020404" pitchFamily="49" charset="0"/>
              <a:cs typeface="Courier New" panose="02070309020205020404" pitchFamily="49" charset="0"/>
            </a:endParaRPr>
          </a:p>
          <a:p>
            <a:endParaRPr lang="en-IN" sz="1600" dirty="0" smtClean="0">
              <a:latin typeface="Courier New" panose="02070309020205020404" pitchFamily="49" charset="0"/>
              <a:cs typeface="Courier New" panose="02070309020205020404" pitchFamily="49" charset="0"/>
            </a:endParaRPr>
          </a:p>
          <a:p>
            <a:r>
              <a:rPr lang="en-IN" sz="1600" dirty="0">
                <a:latin typeface="Courier New" panose="02070309020205020404" pitchFamily="49" charset="0"/>
                <a:cs typeface="Courier New" panose="02070309020205020404" pitchFamily="49" charset="0"/>
              </a:rPr>
              <a:t>EXISTS Operator:</a:t>
            </a:r>
          </a:p>
          <a:p>
            <a:pPr lvl="1"/>
            <a:r>
              <a:rPr lang="en-IN" sz="1600" dirty="0">
                <a:latin typeface="Courier New" panose="02070309020205020404" pitchFamily="49" charset="0"/>
                <a:cs typeface="Courier New" panose="02070309020205020404" pitchFamily="49" charset="0"/>
              </a:rPr>
              <a:t>EXISTS 		</a:t>
            </a:r>
            <a:r>
              <a:rPr lang="en-IN" sz="1600" dirty="0" smtClean="0">
                <a:latin typeface="Courier New" panose="02070309020205020404" pitchFamily="49" charset="0"/>
                <a:cs typeface="Courier New" panose="02070309020205020404" pitchFamily="49" charset="0"/>
              </a:rPr>
              <a:t>	Checks </a:t>
            </a:r>
            <a:r>
              <a:rPr lang="en-IN" sz="1600" dirty="0">
                <a:latin typeface="Courier New" panose="02070309020205020404" pitchFamily="49" charset="0"/>
                <a:cs typeface="Courier New" panose="02070309020205020404" pitchFamily="49" charset="0"/>
              </a:rPr>
              <a:t>if a subquery returns any rows</a:t>
            </a:r>
          </a:p>
          <a:p>
            <a:pPr lvl="1"/>
            <a:r>
              <a:rPr lang="en-IN" sz="1600" dirty="0">
                <a:latin typeface="Courier New" panose="02070309020205020404" pitchFamily="49" charset="0"/>
                <a:cs typeface="Courier New" panose="02070309020205020404" pitchFamily="49" charset="0"/>
              </a:rPr>
              <a:t>NOT EXISTS 	</a:t>
            </a:r>
            <a:r>
              <a:rPr lang="en-IN" sz="1600" dirty="0" smtClean="0">
                <a:latin typeface="Courier New" panose="02070309020205020404" pitchFamily="49" charset="0"/>
                <a:cs typeface="Courier New" panose="02070309020205020404" pitchFamily="49" charset="0"/>
              </a:rPr>
              <a:t>	Opposite </a:t>
            </a:r>
            <a:r>
              <a:rPr lang="en-IN" sz="1600" dirty="0">
                <a:latin typeface="Courier New" panose="02070309020205020404" pitchFamily="49" charset="0"/>
                <a:cs typeface="Courier New" panose="02070309020205020404" pitchFamily="49" charset="0"/>
              </a:rPr>
              <a:t>of Exists</a:t>
            </a:r>
          </a:p>
          <a:p>
            <a:endParaRPr lang="en-IN"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6379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wipe(left)">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wipe(left)">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wipe(left)">
                                      <p:cBhvr>
                                        <p:cTn id="32" dur="500"/>
                                        <p:tgtEl>
                                          <p:spTgt spid="4">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animEffect transition="in" filter="wipe(left)">
                                      <p:cBhvr>
                                        <p:cTn id="37" dur="500"/>
                                        <p:tgtEl>
                                          <p:spTgt spid="4">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11" end="11"/>
                                            </p:txEl>
                                          </p:spTgt>
                                        </p:tgtEl>
                                        <p:attrNameLst>
                                          <p:attrName>style.visibility</p:attrName>
                                        </p:attrNameLst>
                                      </p:cBhvr>
                                      <p:to>
                                        <p:strVal val="visible"/>
                                      </p:to>
                                    </p:set>
                                    <p:animEffect transition="in" filter="wipe(left)">
                                      <p:cBhvr>
                                        <p:cTn id="42" dur="500"/>
                                        <p:tgtEl>
                                          <p:spTgt spid="4">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animEffect transition="in" filter="wipe(left)">
                                      <p:cBhvr>
                                        <p:cTn id="47" dur="500"/>
                                        <p:tgtEl>
                                          <p:spTgt spid="4">
                                            <p:txEl>
                                              <p:pRg st="14" end="1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15" end="15"/>
                                            </p:txEl>
                                          </p:spTgt>
                                        </p:tgtEl>
                                        <p:attrNameLst>
                                          <p:attrName>style.visibility</p:attrName>
                                        </p:attrNameLst>
                                      </p:cBhvr>
                                      <p:to>
                                        <p:strVal val="visible"/>
                                      </p:to>
                                    </p:set>
                                    <p:animEffect transition="in" filter="wipe(left)">
                                      <p:cBhvr>
                                        <p:cTn id="52" dur="500"/>
                                        <p:tgtEl>
                                          <p:spTgt spid="4">
                                            <p:txEl>
                                              <p:pRg st="15" end="1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animEffect transition="in" filter="wipe(left)">
                                      <p:cBhvr>
                                        <p:cTn id="57" dur="5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3684</TotalTime>
  <Words>364</Words>
  <Application>Microsoft Office PowerPoint</Application>
  <PresentationFormat>Widescreen</PresentationFormat>
  <Paragraphs>156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Candara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SHIVRAJ SHINDE</dc:creator>
  <cp:lastModifiedBy>SHIVRAJ SHINDE</cp:lastModifiedBy>
  <cp:revision>56</cp:revision>
  <dcterms:created xsi:type="dcterms:W3CDTF">2026-06-02T14:59:31Z</dcterms:created>
  <dcterms:modified xsi:type="dcterms:W3CDTF">2026-06-15T13:14:49Z</dcterms:modified>
</cp:coreProperties>
</file>