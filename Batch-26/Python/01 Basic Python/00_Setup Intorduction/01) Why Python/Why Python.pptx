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62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E7D4B-902A-441E-A06C-B79DC61EFD24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F82CA-C1FE-438F-A5BC-B8CEBC899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461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E7D4B-902A-441E-A06C-B79DC61EFD24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F82CA-C1FE-438F-A5BC-B8CEBC899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81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E7D4B-902A-441E-A06C-B79DC61EFD24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F82CA-C1FE-438F-A5BC-B8CEBC899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655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E7D4B-902A-441E-A06C-B79DC61EFD24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F82CA-C1FE-438F-A5BC-B8CEBC899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4806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E7D4B-902A-441E-A06C-B79DC61EFD24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F82CA-C1FE-438F-A5BC-B8CEBC899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934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E7D4B-902A-441E-A06C-B79DC61EFD24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F82CA-C1FE-438F-A5BC-B8CEBC899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510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E7D4B-902A-441E-A06C-B79DC61EFD24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F82CA-C1FE-438F-A5BC-B8CEBC899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57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E7D4B-902A-441E-A06C-B79DC61EFD24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F82CA-C1FE-438F-A5BC-B8CEBC899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040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E7D4B-902A-441E-A06C-B79DC61EFD24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F82CA-C1FE-438F-A5BC-B8CEBC899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335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E7D4B-902A-441E-A06C-B79DC61EFD24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F82CA-C1FE-438F-A5BC-B8CEBC899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360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E7D4B-902A-441E-A06C-B79DC61EFD24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F82CA-C1FE-438F-A5BC-B8CEBC899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7485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E7D4B-902A-441E-A06C-B79DC61EFD24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F82CA-C1FE-438F-A5BC-B8CEBC899C63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3577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E7D4B-902A-441E-A06C-B79DC61EFD24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F82CA-C1FE-438F-A5BC-B8CEBC899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33105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E7D4B-902A-441E-A06C-B79DC61EFD24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F82CA-C1FE-438F-A5BC-B8CEBC899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6606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E7D4B-902A-441E-A06C-B79DC61EFD24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F82CA-C1FE-438F-A5BC-B8CEBC899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7133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E7D4B-902A-441E-A06C-B79DC61EFD24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F82CA-C1FE-438F-A5BC-B8CEBC899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4205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E7D4B-902A-441E-A06C-B79DC61EFD24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F82CA-C1FE-438F-A5BC-B8CEBC899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599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75E7D4B-902A-441E-A06C-B79DC61EFD24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F82CA-C1FE-438F-A5BC-B8CEBC899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0646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47573" y="3124261"/>
            <a:ext cx="21916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 smtClean="0">
                <a:solidFill>
                  <a:srgbClr val="000000"/>
                </a:solidFill>
                <a:latin typeface="Candara" panose="020E0502030303020204" pitchFamily="34" charset="0"/>
                <a:ea typeface="Calibri" panose="020F0502020204030204" pitchFamily="34" charset="0"/>
              </a:rPr>
              <a:t>Why </a:t>
            </a:r>
            <a:r>
              <a:rPr lang="en-IN" sz="2800" b="1" dirty="0">
                <a:solidFill>
                  <a:srgbClr val="000000"/>
                </a:solidFill>
                <a:latin typeface="Candara" panose="020E0502030303020204" pitchFamily="34" charset="0"/>
                <a:ea typeface="Calibri" panose="020F0502020204030204" pitchFamily="34" charset="0"/>
              </a:rPr>
              <a:t>Python?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982559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1745" y="206307"/>
            <a:ext cx="1120371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IN" b="1" dirty="0">
                <a:latin typeface="Candara" panose="020E0502030303020204" pitchFamily="34" charset="0"/>
                <a:ea typeface="Calibri" panose="020F0502020204030204" pitchFamily="34" charset="0"/>
              </a:rPr>
              <a:t>What is </a:t>
            </a:r>
            <a:r>
              <a:rPr lang="en-IN" b="1" dirty="0" smtClean="0">
                <a:latin typeface="Candara" panose="020E0502030303020204" pitchFamily="34" charset="0"/>
                <a:ea typeface="Calibri" panose="020F0502020204030204" pitchFamily="34" charset="0"/>
              </a:rPr>
              <a:t>Python? </a:t>
            </a:r>
            <a:endParaRPr lang="en-IN" sz="2800" dirty="0" smtClean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en-IN" b="1" dirty="0">
                <a:latin typeface="Candara" panose="020E0502030303020204" pitchFamily="34" charset="0"/>
                <a:ea typeface="Calibri" panose="020F0502020204030204" pitchFamily="34" charset="0"/>
              </a:rPr>
              <a:t> </a:t>
            </a:r>
            <a:endParaRPr lang="en-IN" sz="2800" dirty="0" smtClean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Candara" panose="020E0502030303020204" pitchFamily="34" charset="0"/>
                <a:ea typeface="Calibri" panose="020F0502020204030204" pitchFamily="34" charset="0"/>
              </a:rPr>
              <a:t>It features general purpose which is clean and concise syntax, making it easy to learn and use for a wide range of tasks, from </a:t>
            </a:r>
            <a:endParaRPr lang="en-IN" sz="28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800100" lvl="1" indent="-342900">
              <a:buFont typeface="+mj-lt"/>
              <a:buAutoNum type="arabicParenR"/>
            </a:pPr>
            <a:r>
              <a:rPr lang="en-IN" dirty="0">
                <a:latin typeface="Candara" panose="020E0502030303020204" pitchFamily="34" charset="0"/>
                <a:ea typeface="Calibri" panose="020F0502020204030204" pitchFamily="34" charset="0"/>
              </a:rPr>
              <a:t>Web development</a:t>
            </a:r>
            <a:endParaRPr lang="en-IN" sz="28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800100" lvl="1" indent="-342900">
              <a:buFont typeface="+mj-lt"/>
              <a:buAutoNum type="arabicParenR"/>
            </a:pPr>
            <a:r>
              <a:rPr lang="en-IN" dirty="0">
                <a:latin typeface="Candara" panose="020E0502030303020204" pitchFamily="34" charset="0"/>
                <a:ea typeface="Calibri" panose="020F0502020204030204" pitchFamily="34" charset="0"/>
              </a:rPr>
              <a:t>Data analysis</a:t>
            </a:r>
            <a:endParaRPr lang="en-IN" sz="28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800100" lvl="1" indent="-342900">
              <a:buFont typeface="+mj-lt"/>
              <a:buAutoNum type="arabicParenR"/>
            </a:pPr>
            <a:r>
              <a:rPr lang="en-IN" dirty="0">
                <a:latin typeface="Candara" panose="020E0502030303020204" pitchFamily="34" charset="0"/>
                <a:ea typeface="Calibri" panose="020F0502020204030204" pitchFamily="34" charset="0"/>
              </a:rPr>
              <a:t>Artificial intelligence (</a:t>
            </a:r>
            <a:r>
              <a:rPr lang="en-IN" cap="all" dirty="0">
                <a:latin typeface="Candara" panose="020E0502030303020204" pitchFamily="34" charset="0"/>
                <a:ea typeface="Calibri" panose="020F0502020204030204" pitchFamily="34" charset="0"/>
              </a:rPr>
              <a:t>ml</a:t>
            </a:r>
            <a:r>
              <a:rPr lang="en-IN" dirty="0">
                <a:latin typeface="Candara" panose="020E0502030303020204" pitchFamily="34" charset="0"/>
                <a:ea typeface="Calibri" panose="020F0502020204030204" pitchFamily="34" charset="0"/>
              </a:rPr>
              <a:t>, </a:t>
            </a:r>
            <a:r>
              <a:rPr lang="en-IN" cap="all" dirty="0">
                <a:latin typeface="Candara" panose="020E0502030303020204" pitchFamily="34" charset="0"/>
                <a:ea typeface="Calibri" panose="020F0502020204030204" pitchFamily="34" charset="0"/>
              </a:rPr>
              <a:t>dl</a:t>
            </a:r>
            <a:r>
              <a:rPr lang="en-IN" dirty="0">
                <a:latin typeface="Candara" panose="020E0502030303020204" pitchFamily="34" charset="0"/>
                <a:ea typeface="Calibri" panose="020F0502020204030204" pitchFamily="34" charset="0"/>
              </a:rPr>
              <a:t>)</a:t>
            </a:r>
            <a:endParaRPr lang="en-IN" sz="28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800100" lvl="1" indent="-342900">
              <a:buFont typeface="+mj-lt"/>
              <a:buAutoNum type="arabicParenR"/>
            </a:pPr>
            <a:r>
              <a:rPr lang="en-IN" dirty="0">
                <a:latin typeface="Candara" panose="020E0502030303020204" pitchFamily="34" charset="0"/>
                <a:ea typeface="Calibri" panose="020F0502020204030204" pitchFamily="34" charset="0"/>
              </a:rPr>
              <a:t>Scientific Computation</a:t>
            </a:r>
            <a:endParaRPr lang="en-IN" sz="28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800100" lvl="1" indent="-342900">
              <a:buFont typeface="+mj-lt"/>
              <a:buAutoNum type="arabicParenR"/>
            </a:pPr>
            <a:r>
              <a:rPr lang="en-IN" dirty="0">
                <a:latin typeface="Candara" panose="020E0502030303020204" pitchFamily="34" charset="0"/>
                <a:ea typeface="Calibri" panose="020F0502020204030204" pitchFamily="34" charset="0"/>
              </a:rPr>
              <a:t>Game Development</a:t>
            </a:r>
            <a:endParaRPr lang="en-IN" sz="28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endParaRPr lang="en-IN" dirty="0" smtClean="0">
              <a:latin typeface="Candara" panose="020E0502030303020204" pitchFamily="34" charset="0"/>
              <a:ea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endParaRPr lang="en-IN" dirty="0">
              <a:latin typeface="Candara" panose="020E0502030303020204" pitchFamily="34" charset="0"/>
              <a:ea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en-IN" dirty="0" smtClean="0">
                <a:latin typeface="Candara" panose="020E0502030303020204" pitchFamily="34" charset="0"/>
                <a:ea typeface="Calibri" panose="020F0502020204030204" pitchFamily="34" charset="0"/>
              </a:rPr>
              <a:t>Python </a:t>
            </a:r>
            <a:r>
              <a:rPr lang="en-IN" dirty="0">
                <a:latin typeface="Candara" panose="020E0502030303020204" pitchFamily="34" charset="0"/>
                <a:ea typeface="Calibri" panose="020F0502020204030204" pitchFamily="34" charset="0"/>
              </a:rPr>
              <a:t>is a high-level, interpreted programming language known for its </a:t>
            </a:r>
            <a:endParaRPr lang="en-IN" sz="2800" dirty="0" smtClean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800100" lvl="1" indent="-342900">
              <a:buFont typeface="+mj-lt"/>
              <a:buAutoNum type="arabicParenR"/>
            </a:pPr>
            <a:r>
              <a:rPr lang="en-IN" dirty="0">
                <a:latin typeface="Candara" panose="020E0502030303020204" pitchFamily="34" charset="0"/>
                <a:ea typeface="Calibri" panose="020F0502020204030204" pitchFamily="34" charset="0"/>
              </a:rPr>
              <a:t>S</a:t>
            </a:r>
            <a:r>
              <a:rPr lang="en-IN" dirty="0" smtClean="0">
                <a:latin typeface="Candara" panose="020E0502030303020204" pitchFamily="34" charset="0"/>
                <a:ea typeface="Calibri" panose="020F0502020204030204" pitchFamily="34" charset="0"/>
              </a:rPr>
              <a:t>implicity</a:t>
            </a:r>
            <a:r>
              <a:rPr lang="en-IN" dirty="0">
                <a:latin typeface="Candara" panose="020E0502030303020204" pitchFamily="34" charset="0"/>
                <a:ea typeface="Calibri" panose="020F0502020204030204" pitchFamily="34" charset="0"/>
              </a:rPr>
              <a:t>, </a:t>
            </a:r>
            <a:endParaRPr lang="en-IN" sz="2800" dirty="0" smtClean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800100" lvl="1" indent="-342900">
              <a:buFont typeface="+mj-lt"/>
              <a:buAutoNum type="arabicParenR"/>
            </a:pPr>
            <a:r>
              <a:rPr lang="en-IN" dirty="0" smtClean="0">
                <a:latin typeface="Candara" panose="020E0502030303020204" pitchFamily="34" charset="0"/>
                <a:ea typeface="Calibri" panose="020F0502020204030204" pitchFamily="34" charset="0"/>
              </a:rPr>
              <a:t>Versatility</a:t>
            </a:r>
            <a:r>
              <a:rPr lang="en-IN" dirty="0">
                <a:latin typeface="Candara" panose="020E0502030303020204" pitchFamily="34" charset="0"/>
                <a:ea typeface="Calibri" panose="020F0502020204030204" pitchFamily="34" charset="0"/>
              </a:rPr>
              <a:t>, </a:t>
            </a:r>
            <a:endParaRPr lang="en-IN" sz="2800" dirty="0" smtClean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800100" lvl="1" indent="-342900">
              <a:buFont typeface="+mj-lt"/>
              <a:buAutoNum type="arabicParenR"/>
            </a:pPr>
            <a:r>
              <a:rPr lang="en-IN" dirty="0" smtClean="0">
                <a:latin typeface="Candara" panose="020E0502030303020204" pitchFamily="34" charset="0"/>
                <a:ea typeface="Calibri" panose="020F0502020204030204" pitchFamily="34" charset="0"/>
              </a:rPr>
              <a:t>Readability</a:t>
            </a:r>
            <a:r>
              <a:rPr lang="en-IN" dirty="0">
                <a:latin typeface="Candara" panose="020E0502030303020204" pitchFamily="34" charset="0"/>
                <a:ea typeface="Calibri" panose="020F0502020204030204" pitchFamily="34" charset="0"/>
              </a:rPr>
              <a:t>. </a:t>
            </a:r>
            <a:endParaRPr lang="en-IN" sz="2800" dirty="0" smtClean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800100" lvl="1" indent="-342900">
              <a:buFont typeface="+mj-lt"/>
              <a:buAutoNum type="arabicParenR"/>
            </a:pPr>
            <a:r>
              <a:rPr lang="en-IN" dirty="0">
                <a:latin typeface="Candara" panose="020E0502030303020204" pitchFamily="34" charset="0"/>
                <a:ea typeface="Calibri" panose="020F0502020204030204" pitchFamily="34" charset="0"/>
              </a:rPr>
              <a:t>Community and support.</a:t>
            </a:r>
            <a:endParaRPr lang="en-IN" sz="2800" dirty="0" smtClean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indent="457200"/>
            <a:endParaRPr lang="en-IN" dirty="0">
              <a:latin typeface="Candara" panose="020E0502030303020204" pitchFamily="34" charset="0"/>
              <a:ea typeface="Calibri" panose="020F0502020204030204" pitchFamily="34" charset="0"/>
            </a:endParaRPr>
          </a:p>
          <a:p>
            <a:pPr indent="457200"/>
            <a:r>
              <a:rPr lang="en-IN" dirty="0" smtClean="0">
                <a:latin typeface="Candara" panose="020E0502030303020204" pitchFamily="34" charset="0"/>
                <a:ea typeface="Calibri" panose="020F0502020204030204" pitchFamily="34" charset="0"/>
              </a:rPr>
              <a:t>Python </a:t>
            </a:r>
            <a:r>
              <a:rPr lang="en-IN" dirty="0">
                <a:latin typeface="Candara" panose="020E0502030303020204" pitchFamily="34" charset="0"/>
                <a:ea typeface="Calibri" panose="020F0502020204030204" pitchFamily="34" charset="0"/>
              </a:rPr>
              <a:t>emphasizes code readability and encourages a modular and object-oriented programming approach, fostering rapid development and collaboration.</a:t>
            </a:r>
            <a:endParaRPr lang="en-IN" sz="28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indent="457200">
              <a:spcAft>
                <a:spcPts val="0"/>
              </a:spcAft>
            </a:pPr>
            <a:endParaRPr lang="en-IN" dirty="0" smtClean="0">
              <a:latin typeface="Candara" panose="020E0502030303020204" pitchFamily="34" charset="0"/>
              <a:ea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7236" y="4999335"/>
            <a:ext cx="105017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endParaRPr lang="en-IN" sz="28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505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34108" y="483075"/>
            <a:ext cx="1058487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IN" b="1" dirty="0">
                <a:latin typeface="Candara" panose="020E0502030303020204" pitchFamily="34" charset="0"/>
                <a:ea typeface="Calibri" panose="020F0502020204030204" pitchFamily="34" charset="0"/>
              </a:rPr>
              <a:t>Brief History of Python </a:t>
            </a:r>
            <a:endParaRPr lang="en-IN" sz="2800" dirty="0" smtClean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indent="457200">
              <a:spcAft>
                <a:spcPts val="0"/>
              </a:spcAft>
            </a:pPr>
            <a:r>
              <a:rPr lang="en-IN" dirty="0">
                <a:latin typeface="Candara" panose="020E0502030303020204" pitchFamily="34" charset="0"/>
                <a:ea typeface="Calibri" panose="020F0502020204030204" pitchFamily="34" charset="0"/>
              </a:rPr>
              <a:t>Python was created by </a:t>
            </a:r>
            <a:r>
              <a:rPr lang="en-IN" dirty="0" smtClean="0">
                <a:latin typeface="Candara" panose="020E0502030303020204" pitchFamily="34" charset="0"/>
                <a:ea typeface="Calibri" panose="020F0502020204030204" pitchFamily="34" charset="0"/>
              </a:rPr>
              <a:t>Mr. </a:t>
            </a:r>
            <a:r>
              <a:rPr lang="en-IN" b="1" dirty="0" smtClean="0">
                <a:latin typeface="Candara" panose="020E0502030303020204" pitchFamily="34" charset="0"/>
                <a:ea typeface="Calibri" panose="020F0502020204030204" pitchFamily="34" charset="0"/>
              </a:rPr>
              <a:t>Guido </a:t>
            </a:r>
            <a:r>
              <a:rPr lang="en-IN" b="1" dirty="0">
                <a:latin typeface="Candara" panose="020E0502030303020204" pitchFamily="34" charset="0"/>
                <a:ea typeface="Calibri" panose="020F0502020204030204" pitchFamily="34" charset="0"/>
              </a:rPr>
              <a:t>van Rossum</a:t>
            </a:r>
            <a:r>
              <a:rPr lang="en-IN" dirty="0">
                <a:latin typeface="Candara" panose="020E0502030303020204" pitchFamily="34" charset="0"/>
                <a:ea typeface="Calibri" panose="020F0502020204030204" pitchFamily="34" charset="0"/>
              </a:rPr>
              <a:t> in the late </a:t>
            </a:r>
            <a:r>
              <a:rPr lang="en-IN" b="1" dirty="0">
                <a:latin typeface="Candara" panose="020E0502030303020204" pitchFamily="34" charset="0"/>
                <a:ea typeface="Calibri" panose="020F0502020204030204" pitchFamily="34" charset="0"/>
              </a:rPr>
              <a:t>1980s,</a:t>
            </a:r>
            <a:r>
              <a:rPr lang="en-IN" dirty="0">
                <a:latin typeface="Candara" panose="020E0502030303020204" pitchFamily="34" charset="0"/>
                <a:ea typeface="Calibri" panose="020F0502020204030204" pitchFamily="34" charset="0"/>
              </a:rPr>
              <a:t> currently there are three version of python </a:t>
            </a:r>
            <a:endParaRPr lang="en-IN" sz="2800" dirty="0" smtClean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1257300" lvl="2" indent="-342900">
              <a:buFont typeface="Candara" panose="020E0502030303020204" pitchFamily="34" charset="0"/>
              <a:buChar char="-"/>
            </a:pPr>
            <a:r>
              <a:rPr lang="en-IN" dirty="0">
                <a:latin typeface="Candara" panose="020E0502030303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  <a:r>
              <a:rPr lang="en-IN" baseline="30000" dirty="0">
                <a:latin typeface="Candara" panose="020E0502030303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 </a:t>
            </a:r>
            <a:r>
              <a:rPr lang="en-IN" dirty="0">
                <a:latin typeface="Candara" panose="020E0502030303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release in </a:t>
            </a:r>
            <a:r>
              <a:rPr lang="en-IN" b="1" dirty="0">
                <a:latin typeface="Candara" panose="020E0502030303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1991.</a:t>
            </a:r>
            <a:r>
              <a:rPr lang="en-IN" dirty="0">
                <a:latin typeface="Candara" panose="020E0502030303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IN" sz="2800" dirty="0" smtClean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257300" lvl="2" indent="-342900">
              <a:buFont typeface="Candara" panose="020E0502030303020204" pitchFamily="34" charset="0"/>
              <a:buChar char="-"/>
            </a:pPr>
            <a:r>
              <a:rPr lang="en-IN" b="1" dirty="0">
                <a:latin typeface="Candara" panose="020E0502030303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r>
              <a:rPr lang="en-IN" b="1" baseline="30000" dirty="0">
                <a:latin typeface="Candara" panose="020E0502030303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nd</a:t>
            </a:r>
            <a:r>
              <a:rPr lang="en-IN" b="1" dirty="0">
                <a:latin typeface="Candara" panose="020E0502030303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Python 2.0 in 2000 </a:t>
            </a:r>
            <a:endParaRPr lang="en-IN" sz="2800" dirty="0" smtClean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257300" lvl="2" indent="-342900">
              <a:buFont typeface="Candara" panose="020E0502030303020204" pitchFamily="34" charset="0"/>
              <a:buChar char="-"/>
            </a:pPr>
            <a:r>
              <a:rPr lang="en-IN" b="1" dirty="0">
                <a:latin typeface="Candara" panose="020E0502030303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r>
              <a:rPr lang="en-IN" b="1" baseline="30000" dirty="0">
                <a:latin typeface="Candara" panose="020E0502030303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rd</a:t>
            </a:r>
            <a:r>
              <a:rPr lang="en-IN" b="1" dirty="0">
                <a:latin typeface="Candara" panose="020E0502030303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release in 2008 Python 3.0 in,</a:t>
            </a:r>
            <a:r>
              <a:rPr lang="en-IN" dirty="0">
                <a:latin typeface="Candara" panose="020E0502030303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1257300" lvl="2" indent="-342900">
              <a:buFont typeface="Candara" panose="020E0502030303020204" pitchFamily="34" charset="0"/>
              <a:buChar char="-"/>
            </a:pPr>
            <a:endParaRPr lang="en-IN" dirty="0" smtClean="0">
              <a:latin typeface="Candara" panose="020E0502030303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2"/>
            <a:r>
              <a:rPr lang="en-IN" dirty="0" smtClean="0">
                <a:latin typeface="Candara" panose="020E0502030303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It </a:t>
            </a:r>
            <a:r>
              <a:rPr lang="en-IN" dirty="0">
                <a:latin typeface="Candara" panose="020E0502030303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underwent major revisions with aiming for simplicity, readability, and efficiency, evolving into one of the most popular programming languages globally with a rich ecosystem and supportive community.</a:t>
            </a:r>
            <a:endParaRPr lang="en-IN" sz="2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https://upload.wikimedia.org/wikipedia/commons/thumb/e/e2/Guido-portrait-2014-drc.jpg/220px-Guido-portrait-2014-drc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4763" y="3556000"/>
            <a:ext cx="4562763" cy="30572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2418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</TotalTime>
  <Words>82</Words>
  <Application>Microsoft Office PowerPoint</Application>
  <PresentationFormat>Widescreen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Candara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SHIVRAJ SHINDE</dc:creator>
  <cp:lastModifiedBy>SHIVRAJ SHINDE</cp:lastModifiedBy>
  <cp:revision>7</cp:revision>
  <dcterms:created xsi:type="dcterms:W3CDTF">2025-03-17T15:00:41Z</dcterms:created>
  <dcterms:modified xsi:type="dcterms:W3CDTF">2026-09-25T17:28:18Z</dcterms:modified>
</cp:coreProperties>
</file>