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5029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0253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359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714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86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9504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1931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7825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192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72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34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703647-0807-4557-9990-7F1FC8418A6A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4320E-39D6-4090-ABD2-95167DAB429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6368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44758" y="905270"/>
            <a:ext cx="100895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ndara" panose="020E0502030303020204" pitchFamily="34" charset="0"/>
              </a:rPr>
              <a:t>What is SQL?</a:t>
            </a:r>
            <a:r>
              <a:rPr lang="en-US" dirty="0" smtClean="0">
                <a:latin typeface="Candara" panose="020E0502030303020204" pitchFamily="34" charset="0"/>
              </a:rPr>
              <a:t/>
            </a:r>
            <a:br>
              <a:rPr lang="en-US" dirty="0" smtClean="0">
                <a:latin typeface="Candara" panose="020E0502030303020204" pitchFamily="34" charset="0"/>
              </a:rPr>
            </a:br>
            <a:r>
              <a:rPr lang="en-US" dirty="0" smtClean="0">
                <a:latin typeface="Candara" panose="020E0502030303020204" pitchFamily="34" charset="0"/>
              </a:rPr>
              <a:t>SQL (Structured Query Language) is used to communicate with databases—query, insert, update, and delete data.</a:t>
            </a:r>
            <a:endParaRPr lang="en-IN" dirty="0">
              <a:latin typeface="Candara" panose="020E0502030303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44758" y="2819505"/>
            <a:ext cx="100895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Candara" panose="020E0502030303020204" pitchFamily="34" charset="0"/>
              </a:rPr>
              <a:t>Why SQL?</a:t>
            </a:r>
            <a:r>
              <a:rPr lang="en-US" dirty="0" smtClean="0">
                <a:latin typeface="Candara" panose="020E0502030303020204" pitchFamily="34" charset="0"/>
              </a:rPr>
              <a:t/>
            </a:r>
            <a:br>
              <a:rPr lang="en-US" dirty="0" smtClean="0">
                <a:latin typeface="Candara" panose="020E0502030303020204" pitchFamily="34" charset="0"/>
              </a:rPr>
            </a:br>
            <a:r>
              <a:rPr lang="en-US" dirty="0" smtClean="0">
                <a:latin typeface="Candara" panose="020E0502030303020204" pitchFamily="34" charset="0"/>
              </a:rPr>
              <a:t>Because it’s the standard language for managing relational databases and is widely used in data, backend, and analytics roles.</a:t>
            </a:r>
            <a:endParaRPr lang="en-IN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189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27315" y="553054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smtClean="0"/>
              <a:t>Data &amp; Storage Fundamentals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smtClean="0"/>
              <a:t>Types of Data Storage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Understanding different ways data can be stored (files, databases, cloud storage, etc.).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smtClean="0"/>
              <a:t>Files &amp; Spreadsheets (Excel, CSV)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Basic data formats often used before moving into databases.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smtClean="0"/>
              <a:t>Databases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Organized collections of data for easy access and management.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 smtClean="0"/>
              <a:t>Data Warehouses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Systems designed for analytics and reporting (large-scale data storage).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505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48000" y="1859340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/>
              <a:t>Database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Relational Databases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Databases</a:t>
            </a:r>
            <a:r>
              <a:rPr lang="en-US" dirty="0" smtClean="0"/>
              <a:t> that store data in tables with relationships between them.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RDBMS Core Concepts(</a:t>
            </a:r>
            <a:r>
              <a:rPr lang="en-IN" dirty="0" smtClean="0"/>
              <a:t>Relational Database Management System)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Includes keys (primary/foreign), normalization, indexing, etc.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Tables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Structures that store data in rows and columns.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smtClean="0"/>
              <a:t>Rows &amp; Columns</a:t>
            </a:r>
            <a:r>
              <a:rPr lang="en-US" dirty="0" smtClean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Rows = individual records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smtClean="0"/>
              <a:t>Columns = attributes/fields of those records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941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19</Words>
  <Application>Microsoft Office PowerPoint</Application>
  <PresentationFormat>Widescreen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Candara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SHIVRAJ SHINDE</dc:creator>
  <cp:lastModifiedBy>SHIVRAJ SHINDE</cp:lastModifiedBy>
  <cp:revision>2</cp:revision>
  <dcterms:created xsi:type="dcterms:W3CDTF">2026-04-13T10:36:00Z</dcterms:created>
  <dcterms:modified xsi:type="dcterms:W3CDTF">2026-04-13T12:32:30Z</dcterms:modified>
</cp:coreProperties>
</file>